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739" r:id="rId2"/>
    <p:sldMasterId id="2147483743" r:id="rId3"/>
  </p:sldMasterIdLst>
  <p:notesMasterIdLst>
    <p:notesMasterId r:id="rId19"/>
  </p:notesMasterIdLst>
  <p:handoutMasterIdLst>
    <p:handoutMasterId r:id="rId20"/>
  </p:handoutMasterIdLst>
  <p:sldIdLst>
    <p:sldId id="256" r:id="rId4"/>
    <p:sldId id="258" r:id="rId5"/>
    <p:sldId id="295" r:id="rId6"/>
    <p:sldId id="298" r:id="rId7"/>
    <p:sldId id="302" r:id="rId8"/>
    <p:sldId id="296" r:id="rId9"/>
    <p:sldId id="308" r:id="rId10"/>
    <p:sldId id="310" r:id="rId11"/>
    <p:sldId id="311" r:id="rId12"/>
    <p:sldId id="312" r:id="rId13"/>
    <p:sldId id="303" r:id="rId14"/>
    <p:sldId id="305" r:id="rId15"/>
    <p:sldId id="297" r:id="rId16"/>
    <p:sldId id="306" r:id="rId17"/>
    <p:sldId id="278" r:id="rId18"/>
  </p:sldIdLst>
  <p:sldSz cx="9144000" cy="5143500" type="screen16x9"/>
  <p:notesSz cx="6858000" cy="9144000"/>
  <p:custDataLst>
    <p:tags r:id="rId21"/>
  </p:custData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96CE02B-0774-4D52-915C-3343D451ABFB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Style>
        <a:tcBdr/>
      </a:tcStyle>
    </a:band1H>
    <a:band2H>
      <a:tcStyle>
        <a:tcBdr/>
      </a:tcStyle>
    </a:band2H>
    <a:band1V>
      <a:tcStyle>
        <a:tcBdr/>
      </a:tcStyle>
    </a:band1V>
    <a:band2V>
      <a:tcStyle>
        <a:tcBdr/>
      </a:tcStyle>
    </a:band2V>
    <a:lastCol>
      <a:tcStyle>
        <a:tcBdr/>
      </a:tcStyle>
    </a:lastCol>
    <a:firstCol>
      <a:tcStyle>
        <a:tcBdr/>
      </a:tcStyle>
    </a:firstCol>
    <a:lastRow>
      <a:tcStyle>
        <a:tcBdr/>
      </a:tcStyle>
    </a:lastRow>
    <a:seCell>
      <a:tcStyle>
        <a:tcBdr/>
      </a:tcStyle>
    </a:seCell>
    <a:swCell>
      <a:tcStyle>
        <a:tcBdr/>
      </a:tcStyle>
    </a:swCell>
    <a:firstRow>
      <a:tcStyle>
        <a:tcBdr/>
      </a:tcStyle>
    </a:firstRow>
    <a:neCell>
      <a:tcStyle>
        <a:tcBdr/>
      </a:tcStyle>
    </a:neCell>
    <a:nwCell>
      <a:tcStyle>
        <a:tcBdr/>
      </a:tcStyle>
    </a:nwCell>
  </a:tblStyle>
  <a:tblStyle styleId="{00A15C55-8517-42AA-B614-E9B94910E393}" styleName="中度样式 2 - 强调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4C1A8A3-306A-4EB7-A6B1-4F7E0EB9C5D6}" styleName="中度样式 3 - 强调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2A488322-F2BA-4B5B-9748-0D474271808F}" styleName="中度样式 3 - 强调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EB344D84-9AFB-497E-A393-DC336BA19D2E}" styleName="中度样式 3 - 强调 3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8EC20E35-A176-4012-BC5E-935CFFF8708E}" styleName="中度样式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1EBBBCC-DAD2-459C-BE2E-F6DE35CF9A28}" styleName="深色样式 2 - 强调 3/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202B0CA-FC54-4496-8BCA-5EF66A818D29}" styleName="深色样式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034E78-7F5D-4C2E-B375-FC64B27BC917}" styleName="深色样式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EB9631B5-78F2-41C9-869B-9F39066F8104}" styleName="中度样式 3 - 强调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4674"/>
  </p:normalViewPr>
  <p:slideViewPr>
    <p:cSldViewPr snapToGrid="0" snapToObjects="1">
      <p:cViewPr varScale="1">
        <p:scale>
          <a:sx n="119" d="100"/>
          <a:sy n="119" d="100"/>
        </p:scale>
        <p:origin x="76" y="5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3" Type="http://schemas.openxmlformats.org/officeDocument/2006/relationships/slideMaster" Target="slideMasters/slideMaster3.xml"/><Relationship Id="rId21" Type="http://schemas.openxmlformats.org/officeDocument/2006/relationships/tags" Target="tags/tag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theme" Target="theme/theme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presProps" Target="presProp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1C278D5-6E09-40CD-8DF9-9353845EAC7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4ECF52C-7EA7-4054-9F9E-EA60C207D0F6}">
      <dgm:prSet phldrT="[文本]"/>
      <dgm:spPr/>
      <dgm:t>
        <a:bodyPr/>
        <a:lstStyle/>
        <a:p>
          <a:r>
            <a:rPr lang="zh-CN" altLang="en-US" dirty="0"/>
            <a:t>实现</a:t>
          </a:r>
        </a:p>
      </dgm:t>
    </dgm:pt>
    <dgm:pt modelId="{34A24D6D-16CC-425E-9126-805F5C018CC8}" type="parTrans" cxnId="{8EC21F5F-47C9-4CD2-9637-0E5D60082464}">
      <dgm:prSet/>
      <dgm:spPr/>
      <dgm:t>
        <a:bodyPr/>
        <a:lstStyle/>
        <a:p>
          <a:endParaRPr lang="zh-CN" altLang="en-US"/>
        </a:p>
      </dgm:t>
    </dgm:pt>
    <dgm:pt modelId="{34A332A7-90DC-417D-9200-33A515A71AA5}" type="sibTrans" cxnId="{8EC21F5F-47C9-4CD2-9637-0E5D60082464}">
      <dgm:prSet/>
      <dgm:spPr/>
      <dgm:t>
        <a:bodyPr/>
        <a:lstStyle/>
        <a:p>
          <a:endParaRPr lang="zh-CN" altLang="en-US"/>
        </a:p>
      </dgm:t>
    </dgm:pt>
    <dgm:pt modelId="{A973CA44-62D7-47AD-A2B2-FFBF18E427CA}">
      <dgm:prSet phldrT="[文本]"/>
      <dgm:spPr/>
      <dgm:t>
        <a:bodyPr/>
        <a:lstStyle/>
        <a:p>
          <a:r>
            <a:rPr lang="zh-CN" altLang="en-US" dirty="0"/>
            <a:t>基础框架</a:t>
          </a:r>
        </a:p>
      </dgm:t>
    </dgm:pt>
    <dgm:pt modelId="{66216A96-4D6D-41EE-AC2F-F7E8B7655C10}" type="parTrans" cxnId="{7C62FF76-CA0E-40BC-9D9E-E1869284B8C7}">
      <dgm:prSet/>
      <dgm:spPr/>
      <dgm:t>
        <a:bodyPr/>
        <a:lstStyle/>
        <a:p>
          <a:endParaRPr lang="zh-CN" altLang="en-US"/>
        </a:p>
      </dgm:t>
    </dgm:pt>
    <dgm:pt modelId="{BBE88B7D-E645-453E-ACAD-EEDA8961B3F2}" type="sibTrans" cxnId="{7C62FF76-CA0E-40BC-9D9E-E1869284B8C7}">
      <dgm:prSet/>
      <dgm:spPr/>
      <dgm:t>
        <a:bodyPr/>
        <a:lstStyle/>
        <a:p>
          <a:endParaRPr lang="zh-CN" altLang="en-US"/>
        </a:p>
      </dgm:t>
    </dgm:pt>
    <dgm:pt modelId="{6C92B754-2DA0-4E01-9C0A-0E1A840201C4}">
      <dgm:prSet phldrT="[文本]"/>
      <dgm:spPr/>
      <dgm:t>
        <a:bodyPr/>
        <a:lstStyle/>
        <a:p>
          <a:r>
            <a:rPr lang="zh-CN" altLang="en-US" dirty="0"/>
            <a:t>分数排行</a:t>
          </a:r>
        </a:p>
      </dgm:t>
    </dgm:pt>
    <dgm:pt modelId="{30F52E11-719F-41A5-8416-ED690858FC63}" type="parTrans" cxnId="{EB631C53-9137-4B65-B696-0698EF11B647}">
      <dgm:prSet/>
      <dgm:spPr/>
      <dgm:t>
        <a:bodyPr/>
        <a:lstStyle/>
        <a:p>
          <a:endParaRPr lang="zh-CN" altLang="en-US"/>
        </a:p>
      </dgm:t>
    </dgm:pt>
    <dgm:pt modelId="{A813591B-EA3E-415E-A169-0B62DDAE51BC}" type="sibTrans" cxnId="{EB631C53-9137-4B65-B696-0698EF11B647}">
      <dgm:prSet/>
      <dgm:spPr/>
      <dgm:t>
        <a:bodyPr/>
        <a:lstStyle/>
        <a:p>
          <a:endParaRPr lang="zh-CN" altLang="en-US"/>
        </a:p>
      </dgm:t>
    </dgm:pt>
    <dgm:pt modelId="{9877DDD4-694C-4347-8B91-23651253AE83}">
      <dgm:prSet phldrT="[文本]"/>
      <dgm:spPr/>
      <dgm:t>
        <a:bodyPr/>
        <a:lstStyle/>
        <a:p>
          <a:r>
            <a:rPr lang="zh-CN" altLang="en-US" dirty="0"/>
            <a:t>音乐伴奏</a:t>
          </a:r>
        </a:p>
      </dgm:t>
    </dgm:pt>
    <dgm:pt modelId="{AF00448F-7046-4164-AD9C-BE7E2CA91FF6}" type="parTrans" cxnId="{BD4446E8-FCC0-43E2-929F-8E73D5B84280}">
      <dgm:prSet/>
      <dgm:spPr/>
      <dgm:t>
        <a:bodyPr/>
        <a:lstStyle/>
        <a:p>
          <a:endParaRPr lang="zh-CN" altLang="en-US"/>
        </a:p>
      </dgm:t>
    </dgm:pt>
    <dgm:pt modelId="{C3D4EEB2-72C1-4D5A-B9DA-351B5599DA04}" type="sibTrans" cxnId="{BD4446E8-FCC0-43E2-929F-8E73D5B84280}">
      <dgm:prSet/>
      <dgm:spPr/>
      <dgm:t>
        <a:bodyPr/>
        <a:lstStyle/>
        <a:p>
          <a:endParaRPr lang="zh-CN" altLang="en-US"/>
        </a:p>
      </dgm:t>
    </dgm:pt>
    <dgm:pt modelId="{541AEA8A-AD8A-48D4-9A81-E37A5EDB37A9}" type="pres">
      <dgm:prSet presAssocID="{51C278D5-6E09-40CD-8DF9-9353845EAC71}" presName="vert0" presStyleCnt="0">
        <dgm:presLayoutVars>
          <dgm:dir/>
          <dgm:animOne val="branch"/>
          <dgm:animLvl val="lvl"/>
        </dgm:presLayoutVars>
      </dgm:prSet>
      <dgm:spPr/>
    </dgm:pt>
    <dgm:pt modelId="{E2A262A9-DF99-4087-ABA5-C0542A21922A}" type="pres">
      <dgm:prSet presAssocID="{24ECF52C-7EA7-4054-9F9E-EA60C207D0F6}" presName="thickLine" presStyleLbl="alignNode1" presStyleIdx="0" presStyleCnt="1"/>
      <dgm:spPr/>
    </dgm:pt>
    <dgm:pt modelId="{83731F9A-5FE9-47B6-B550-2798932D967B}" type="pres">
      <dgm:prSet presAssocID="{24ECF52C-7EA7-4054-9F9E-EA60C207D0F6}" presName="horz1" presStyleCnt="0"/>
      <dgm:spPr/>
    </dgm:pt>
    <dgm:pt modelId="{C7A81019-3C1C-4DF9-8A27-0217AD0D7A57}" type="pres">
      <dgm:prSet presAssocID="{24ECF52C-7EA7-4054-9F9E-EA60C207D0F6}" presName="tx1" presStyleLbl="revTx" presStyleIdx="0" presStyleCnt="4"/>
      <dgm:spPr/>
    </dgm:pt>
    <dgm:pt modelId="{2C3C486B-3680-4EF9-A8BF-F9519B530D30}" type="pres">
      <dgm:prSet presAssocID="{24ECF52C-7EA7-4054-9F9E-EA60C207D0F6}" presName="vert1" presStyleCnt="0"/>
      <dgm:spPr/>
    </dgm:pt>
    <dgm:pt modelId="{ED3801AA-9EF7-4045-A176-D43E6CCC5BB5}" type="pres">
      <dgm:prSet presAssocID="{A973CA44-62D7-47AD-A2B2-FFBF18E427CA}" presName="vertSpace2a" presStyleCnt="0"/>
      <dgm:spPr/>
    </dgm:pt>
    <dgm:pt modelId="{419B61BF-D5D9-41C5-B8AE-F652013AC5F1}" type="pres">
      <dgm:prSet presAssocID="{A973CA44-62D7-47AD-A2B2-FFBF18E427CA}" presName="horz2" presStyleCnt="0"/>
      <dgm:spPr/>
    </dgm:pt>
    <dgm:pt modelId="{8886CEAB-496E-46DD-B7F6-661F63C39653}" type="pres">
      <dgm:prSet presAssocID="{A973CA44-62D7-47AD-A2B2-FFBF18E427CA}" presName="horzSpace2" presStyleCnt="0"/>
      <dgm:spPr/>
    </dgm:pt>
    <dgm:pt modelId="{199D1E26-F81D-42EF-80F4-11EE71BE0AF6}" type="pres">
      <dgm:prSet presAssocID="{A973CA44-62D7-47AD-A2B2-FFBF18E427CA}" presName="tx2" presStyleLbl="revTx" presStyleIdx="1" presStyleCnt="4"/>
      <dgm:spPr/>
    </dgm:pt>
    <dgm:pt modelId="{A1CE1F94-33A2-4EB8-94F4-882D6DD4090F}" type="pres">
      <dgm:prSet presAssocID="{A973CA44-62D7-47AD-A2B2-FFBF18E427CA}" presName="vert2" presStyleCnt="0"/>
      <dgm:spPr/>
    </dgm:pt>
    <dgm:pt modelId="{2A27A2C0-CF26-4EFD-BF4F-3E85C34D7E7B}" type="pres">
      <dgm:prSet presAssocID="{A973CA44-62D7-47AD-A2B2-FFBF18E427CA}" presName="thinLine2b" presStyleLbl="callout" presStyleIdx="0" presStyleCnt="3"/>
      <dgm:spPr/>
    </dgm:pt>
    <dgm:pt modelId="{7F0E15C1-9B16-4052-B270-6AE7797D842C}" type="pres">
      <dgm:prSet presAssocID="{A973CA44-62D7-47AD-A2B2-FFBF18E427CA}" presName="vertSpace2b" presStyleCnt="0"/>
      <dgm:spPr/>
    </dgm:pt>
    <dgm:pt modelId="{5EC183B7-62D1-45D8-8FC3-F7D4192A6BC9}" type="pres">
      <dgm:prSet presAssocID="{6C92B754-2DA0-4E01-9C0A-0E1A840201C4}" presName="horz2" presStyleCnt="0"/>
      <dgm:spPr/>
    </dgm:pt>
    <dgm:pt modelId="{AE67E87C-6848-4C06-8C51-4D6E2496FBE8}" type="pres">
      <dgm:prSet presAssocID="{6C92B754-2DA0-4E01-9C0A-0E1A840201C4}" presName="horzSpace2" presStyleCnt="0"/>
      <dgm:spPr/>
    </dgm:pt>
    <dgm:pt modelId="{909A7888-F6D2-4D57-8504-E38F8E3CC405}" type="pres">
      <dgm:prSet presAssocID="{6C92B754-2DA0-4E01-9C0A-0E1A840201C4}" presName="tx2" presStyleLbl="revTx" presStyleIdx="2" presStyleCnt="4"/>
      <dgm:spPr/>
    </dgm:pt>
    <dgm:pt modelId="{A98831EB-809F-44BF-A25C-38C31F18A5AB}" type="pres">
      <dgm:prSet presAssocID="{6C92B754-2DA0-4E01-9C0A-0E1A840201C4}" presName="vert2" presStyleCnt="0"/>
      <dgm:spPr/>
    </dgm:pt>
    <dgm:pt modelId="{F127533A-D569-4C40-B8EF-2E996E882A6F}" type="pres">
      <dgm:prSet presAssocID="{6C92B754-2DA0-4E01-9C0A-0E1A840201C4}" presName="thinLine2b" presStyleLbl="callout" presStyleIdx="1" presStyleCnt="3"/>
      <dgm:spPr/>
    </dgm:pt>
    <dgm:pt modelId="{BC782853-526A-4287-BE9C-A7CB5FAF05C7}" type="pres">
      <dgm:prSet presAssocID="{6C92B754-2DA0-4E01-9C0A-0E1A840201C4}" presName="vertSpace2b" presStyleCnt="0"/>
      <dgm:spPr/>
    </dgm:pt>
    <dgm:pt modelId="{1FF2C3E0-C8D2-44B2-9134-BCD5DC946EF6}" type="pres">
      <dgm:prSet presAssocID="{9877DDD4-694C-4347-8B91-23651253AE83}" presName="horz2" presStyleCnt="0"/>
      <dgm:spPr/>
    </dgm:pt>
    <dgm:pt modelId="{EB1487EF-3A65-47F6-9696-8B88E62971FF}" type="pres">
      <dgm:prSet presAssocID="{9877DDD4-694C-4347-8B91-23651253AE83}" presName="horzSpace2" presStyleCnt="0"/>
      <dgm:spPr/>
    </dgm:pt>
    <dgm:pt modelId="{0FB71B92-FD4B-4ABF-AF8B-B7E1E26BFD86}" type="pres">
      <dgm:prSet presAssocID="{9877DDD4-694C-4347-8B91-23651253AE83}" presName="tx2" presStyleLbl="revTx" presStyleIdx="3" presStyleCnt="4"/>
      <dgm:spPr/>
    </dgm:pt>
    <dgm:pt modelId="{DF9A7C30-8990-4576-AA4B-29508CB6219A}" type="pres">
      <dgm:prSet presAssocID="{9877DDD4-694C-4347-8B91-23651253AE83}" presName="vert2" presStyleCnt="0"/>
      <dgm:spPr/>
    </dgm:pt>
    <dgm:pt modelId="{B5BFA64A-E367-479E-899D-9A49E04203D6}" type="pres">
      <dgm:prSet presAssocID="{9877DDD4-694C-4347-8B91-23651253AE83}" presName="thinLine2b" presStyleLbl="callout" presStyleIdx="2" presStyleCnt="3"/>
      <dgm:spPr/>
    </dgm:pt>
    <dgm:pt modelId="{693E068E-A200-4EBD-90EA-34063C1C7070}" type="pres">
      <dgm:prSet presAssocID="{9877DDD4-694C-4347-8B91-23651253AE83}" presName="vertSpace2b" presStyleCnt="0"/>
      <dgm:spPr/>
    </dgm:pt>
  </dgm:ptLst>
  <dgm:cxnLst>
    <dgm:cxn modelId="{C7A72128-271D-4A6B-AA99-FEF17B46EC0E}" type="presOf" srcId="{A973CA44-62D7-47AD-A2B2-FFBF18E427CA}" destId="{199D1E26-F81D-42EF-80F4-11EE71BE0AF6}" srcOrd="0" destOrd="0" presId="urn:microsoft.com/office/officeart/2008/layout/LinedList"/>
    <dgm:cxn modelId="{8EC21F5F-47C9-4CD2-9637-0E5D60082464}" srcId="{51C278D5-6E09-40CD-8DF9-9353845EAC71}" destId="{24ECF52C-7EA7-4054-9F9E-EA60C207D0F6}" srcOrd="0" destOrd="0" parTransId="{34A24D6D-16CC-425E-9126-805F5C018CC8}" sibTransId="{34A332A7-90DC-417D-9200-33A515A71AA5}"/>
    <dgm:cxn modelId="{EB631C53-9137-4B65-B696-0698EF11B647}" srcId="{24ECF52C-7EA7-4054-9F9E-EA60C207D0F6}" destId="{6C92B754-2DA0-4E01-9C0A-0E1A840201C4}" srcOrd="1" destOrd="0" parTransId="{30F52E11-719F-41A5-8416-ED690858FC63}" sibTransId="{A813591B-EA3E-415E-A169-0B62DDAE51BC}"/>
    <dgm:cxn modelId="{7C62FF76-CA0E-40BC-9D9E-E1869284B8C7}" srcId="{24ECF52C-7EA7-4054-9F9E-EA60C207D0F6}" destId="{A973CA44-62D7-47AD-A2B2-FFBF18E427CA}" srcOrd="0" destOrd="0" parTransId="{66216A96-4D6D-41EE-AC2F-F7E8B7655C10}" sibTransId="{BBE88B7D-E645-453E-ACAD-EEDA8961B3F2}"/>
    <dgm:cxn modelId="{30052178-C136-4BC8-AEBD-5EE12AB770BA}" type="presOf" srcId="{24ECF52C-7EA7-4054-9F9E-EA60C207D0F6}" destId="{C7A81019-3C1C-4DF9-8A27-0217AD0D7A57}" srcOrd="0" destOrd="0" presId="urn:microsoft.com/office/officeart/2008/layout/LinedList"/>
    <dgm:cxn modelId="{A2A6BB8A-E86A-4E1B-97FA-1EC4B684D11F}" type="presOf" srcId="{9877DDD4-694C-4347-8B91-23651253AE83}" destId="{0FB71B92-FD4B-4ABF-AF8B-B7E1E26BFD86}" srcOrd="0" destOrd="0" presId="urn:microsoft.com/office/officeart/2008/layout/LinedList"/>
    <dgm:cxn modelId="{66727B92-E12A-4BCD-9027-F4FD787CA30A}" type="presOf" srcId="{51C278D5-6E09-40CD-8DF9-9353845EAC71}" destId="{541AEA8A-AD8A-48D4-9A81-E37A5EDB37A9}" srcOrd="0" destOrd="0" presId="urn:microsoft.com/office/officeart/2008/layout/LinedList"/>
    <dgm:cxn modelId="{FA5F789B-BEB2-410E-98B4-5743DDF968C7}" type="presOf" srcId="{6C92B754-2DA0-4E01-9C0A-0E1A840201C4}" destId="{909A7888-F6D2-4D57-8504-E38F8E3CC405}" srcOrd="0" destOrd="0" presId="urn:microsoft.com/office/officeart/2008/layout/LinedList"/>
    <dgm:cxn modelId="{BD4446E8-FCC0-43E2-929F-8E73D5B84280}" srcId="{24ECF52C-7EA7-4054-9F9E-EA60C207D0F6}" destId="{9877DDD4-694C-4347-8B91-23651253AE83}" srcOrd="2" destOrd="0" parTransId="{AF00448F-7046-4164-AD9C-BE7E2CA91FF6}" sibTransId="{C3D4EEB2-72C1-4D5A-B9DA-351B5599DA04}"/>
    <dgm:cxn modelId="{EA04A235-99C8-417F-A8FF-BD4D1DCF040E}" type="presParOf" srcId="{541AEA8A-AD8A-48D4-9A81-E37A5EDB37A9}" destId="{E2A262A9-DF99-4087-ABA5-C0542A21922A}" srcOrd="0" destOrd="0" presId="urn:microsoft.com/office/officeart/2008/layout/LinedList"/>
    <dgm:cxn modelId="{0EB8AACE-0805-43AB-975D-F8D6DBFD60F4}" type="presParOf" srcId="{541AEA8A-AD8A-48D4-9A81-E37A5EDB37A9}" destId="{83731F9A-5FE9-47B6-B550-2798932D967B}" srcOrd="1" destOrd="0" presId="urn:microsoft.com/office/officeart/2008/layout/LinedList"/>
    <dgm:cxn modelId="{DDC8AEFF-0C29-48B0-BA5C-7CE37D94B16F}" type="presParOf" srcId="{83731F9A-5FE9-47B6-B550-2798932D967B}" destId="{C7A81019-3C1C-4DF9-8A27-0217AD0D7A57}" srcOrd="0" destOrd="0" presId="urn:microsoft.com/office/officeart/2008/layout/LinedList"/>
    <dgm:cxn modelId="{81AADF07-C6BD-4D4B-8B9A-321559723166}" type="presParOf" srcId="{83731F9A-5FE9-47B6-B550-2798932D967B}" destId="{2C3C486B-3680-4EF9-A8BF-F9519B530D30}" srcOrd="1" destOrd="0" presId="urn:microsoft.com/office/officeart/2008/layout/LinedList"/>
    <dgm:cxn modelId="{4B17BAAA-4E9D-47A5-A432-4E941E90094E}" type="presParOf" srcId="{2C3C486B-3680-4EF9-A8BF-F9519B530D30}" destId="{ED3801AA-9EF7-4045-A176-D43E6CCC5BB5}" srcOrd="0" destOrd="0" presId="urn:microsoft.com/office/officeart/2008/layout/LinedList"/>
    <dgm:cxn modelId="{0C94BAB6-D87D-4B75-A238-097D4E4D9D3D}" type="presParOf" srcId="{2C3C486B-3680-4EF9-A8BF-F9519B530D30}" destId="{419B61BF-D5D9-41C5-B8AE-F652013AC5F1}" srcOrd="1" destOrd="0" presId="urn:microsoft.com/office/officeart/2008/layout/LinedList"/>
    <dgm:cxn modelId="{D59C5745-2B82-4BFB-A322-AF092763388A}" type="presParOf" srcId="{419B61BF-D5D9-41C5-B8AE-F652013AC5F1}" destId="{8886CEAB-496E-46DD-B7F6-661F63C39653}" srcOrd="0" destOrd="0" presId="urn:microsoft.com/office/officeart/2008/layout/LinedList"/>
    <dgm:cxn modelId="{A726CABD-4799-4A6A-8748-31280532AB31}" type="presParOf" srcId="{419B61BF-D5D9-41C5-B8AE-F652013AC5F1}" destId="{199D1E26-F81D-42EF-80F4-11EE71BE0AF6}" srcOrd="1" destOrd="0" presId="urn:microsoft.com/office/officeart/2008/layout/LinedList"/>
    <dgm:cxn modelId="{10ED2132-6785-4289-B215-EAD94D38D36D}" type="presParOf" srcId="{419B61BF-D5D9-41C5-B8AE-F652013AC5F1}" destId="{A1CE1F94-33A2-4EB8-94F4-882D6DD4090F}" srcOrd="2" destOrd="0" presId="urn:microsoft.com/office/officeart/2008/layout/LinedList"/>
    <dgm:cxn modelId="{A4021A78-6361-4B66-9179-DE3EE016FD99}" type="presParOf" srcId="{2C3C486B-3680-4EF9-A8BF-F9519B530D30}" destId="{2A27A2C0-CF26-4EFD-BF4F-3E85C34D7E7B}" srcOrd="2" destOrd="0" presId="urn:microsoft.com/office/officeart/2008/layout/LinedList"/>
    <dgm:cxn modelId="{5A0E0388-1A94-49C3-B3F8-CED94B56DC6C}" type="presParOf" srcId="{2C3C486B-3680-4EF9-A8BF-F9519B530D30}" destId="{7F0E15C1-9B16-4052-B270-6AE7797D842C}" srcOrd="3" destOrd="0" presId="urn:microsoft.com/office/officeart/2008/layout/LinedList"/>
    <dgm:cxn modelId="{E44399F4-2E29-489A-9E07-18E9B5D359B4}" type="presParOf" srcId="{2C3C486B-3680-4EF9-A8BF-F9519B530D30}" destId="{5EC183B7-62D1-45D8-8FC3-F7D4192A6BC9}" srcOrd="4" destOrd="0" presId="urn:microsoft.com/office/officeart/2008/layout/LinedList"/>
    <dgm:cxn modelId="{35EF9539-DC89-4727-9125-011EC6419B15}" type="presParOf" srcId="{5EC183B7-62D1-45D8-8FC3-F7D4192A6BC9}" destId="{AE67E87C-6848-4C06-8C51-4D6E2496FBE8}" srcOrd="0" destOrd="0" presId="urn:microsoft.com/office/officeart/2008/layout/LinedList"/>
    <dgm:cxn modelId="{103FAAEF-E9C4-4728-9A97-5882F1F9AE28}" type="presParOf" srcId="{5EC183B7-62D1-45D8-8FC3-F7D4192A6BC9}" destId="{909A7888-F6D2-4D57-8504-E38F8E3CC405}" srcOrd="1" destOrd="0" presId="urn:microsoft.com/office/officeart/2008/layout/LinedList"/>
    <dgm:cxn modelId="{30517AAB-1452-4734-816C-908F4DEA6D54}" type="presParOf" srcId="{5EC183B7-62D1-45D8-8FC3-F7D4192A6BC9}" destId="{A98831EB-809F-44BF-A25C-38C31F18A5AB}" srcOrd="2" destOrd="0" presId="urn:microsoft.com/office/officeart/2008/layout/LinedList"/>
    <dgm:cxn modelId="{91E1720F-704C-4E88-A765-C739AD81CFD8}" type="presParOf" srcId="{2C3C486B-3680-4EF9-A8BF-F9519B530D30}" destId="{F127533A-D569-4C40-B8EF-2E996E882A6F}" srcOrd="5" destOrd="0" presId="urn:microsoft.com/office/officeart/2008/layout/LinedList"/>
    <dgm:cxn modelId="{731C7941-FD6A-4BF1-A344-A58E74EAF849}" type="presParOf" srcId="{2C3C486B-3680-4EF9-A8BF-F9519B530D30}" destId="{BC782853-526A-4287-BE9C-A7CB5FAF05C7}" srcOrd="6" destOrd="0" presId="urn:microsoft.com/office/officeart/2008/layout/LinedList"/>
    <dgm:cxn modelId="{1BEF97D9-4F74-4E7B-81A3-A5EB99AFA2A3}" type="presParOf" srcId="{2C3C486B-3680-4EF9-A8BF-F9519B530D30}" destId="{1FF2C3E0-C8D2-44B2-9134-BCD5DC946EF6}" srcOrd="7" destOrd="0" presId="urn:microsoft.com/office/officeart/2008/layout/LinedList"/>
    <dgm:cxn modelId="{D7511041-9CF2-406B-9F7C-D96DE235E357}" type="presParOf" srcId="{1FF2C3E0-C8D2-44B2-9134-BCD5DC946EF6}" destId="{EB1487EF-3A65-47F6-9696-8B88E62971FF}" srcOrd="0" destOrd="0" presId="urn:microsoft.com/office/officeart/2008/layout/LinedList"/>
    <dgm:cxn modelId="{5D9B6722-F537-44FE-9713-5364F8DF50FA}" type="presParOf" srcId="{1FF2C3E0-C8D2-44B2-9134-BCD5DC946EF6}" destId="{0FB71B92-FD4B-4ABF-AF8B-B7E1E26BFD86}" srcOrd="1" destOrd="0" presId="urn:microsoft.com/office/officeart/2008/layout/LinedList"/>
    <dgm:cxn modelId="{26245B42-39DA-49A7-931B-9CBA3EB093DA}" type="presParOf" srcId="{1FF2C3E0-C8D2-44B2-9134-BCD5DC946EF6}" destId="{DF9A7C30-8990-4576-AA4B-29508CB6219A}" srcOrd="2" destOrd="0" presId="urn:microsoft.com/office/officeart/2008/layout/LinedList"/>
    <dgm:cxn modelId="{5EFC4059-5F73-42D1-A2F0-E44D1459C6DC}" type="presParOf" srcId="{2C3C486B-3680-4EF9-A8BF-F9519B530D30}" destId="{B5BFA64A-E367-479E-899D-9A49E04203D6}" srcOrd="8" destOrd="0" presId="urn:microsoft.com/office/officeart/2008/layout/LinedList"/>
    <dgm:cxn modelId="{31012E21-8FD7-4EAB-A450-5C52CF09820E}" type="presParOf" srcId="{2C3C486B-3680-4EF9-A8BF-F9519B530D30}" destId="{693E068E-A200-4EBD-90EA-34063C1C7070}" srcOrd="9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1C278D5-6E09-40CD-8DF9-9353845EAC71}" type="doc">
      <dgm:prSet loTypeId="urn:microsoft.com/office/officeart/2008/layout/LinedList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zh-CN" altLang="en-US"/>
        </a:p>
      </dgm:t>
    </dgm:pt>
    <dgm:pt modelId="{24ECF52C-7EA7-4054-9F9E-EA60C207D0F6}">
      <dgm:prSet phldrT="[文本]" custT="1"/>
      <dgm:spPr/>
      <dgm:t>
        <a:bodyPr/>
        <a:lstStyle/>
        <a:p>
          <a:r>
            <a:rPr lang="zh-CN" altLang="en-US" sz="2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/>
              <a:ea typeface="微软雅黑"/>
              <a:cs typeface="+mn-cs"/>
            </a:rPr>
            <a:t>新增</a:t>
          </a:r>
        </a:p>
      </dgm:t>
    </dgm:pt>
    <dgm:pt modelId="{34A24D6D-16CC-425E-9126-805F5C018CC8}" type="parTrans" cxnId="{8EC21F5F-47C9-4CD2-9637-0E5D60082464}">
      <dgm:prSet/>
      <dgm:spPr/>
      <dgm:t>
        <a:bodyPr/>
        <a:lstStyle/>
        <a:p>
          <a:endParaRPr lang="zh-CN" altLang="en-US"/>
        </a:p>
      </dgm:t>
    </dgm:pt>
    <dgm:pt modelId="{34A332A7-90DC-417D-9200-33A515A71AA5}" type="sibTrans" cxnId="{8EC21F5F-47C9-4CD2-9637-0E5D60082464}">
      <dgm:prSet/>
      <dgm:spPr/>
      <dgm:t>
        <a:bodyPr/>
        <a:lstStyle/>
        <a:p>
          <a:endParaRPr lang="zh-CN" altLang="en-US"/>
        </a:p>
      </dgm:t>
    </dgm:pt>
    <dgm:pt modelId="{A973CA44-62D7-47AD-A2B2-FFBF18E427CA}">
      <dgm:prSet phldrT="[文本]" custT="1"/>
      <dgm:spPr/>
      <dgm:t>
        <a:bodyPr/>
        <a:lstStyle/>
        <a:p>
          <a:r>
            <a:rPr lang="en-US" altLang="zh-CN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/>
              <a:ea typeface="微软雅黑"/>
              <a:cs typeface="+mn-cs"/>
            </a:rPr>
            <a:t>2P</a:t>
          </a:r>
          <a:r>
            <a:rPr lang="zh-CN" altLang="en-US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/>
              <a:ea typeface="微软雅黑"/>
              <a:cs typeface="+mn-cs"/>
            </a:rPr>
            <a:t>对战</a:t>
          </a:r>
        </a:p>
      </dgm:t>
    </dgm:pt>
    <dgm:pt modelId="{66216A96-4D6D-41EE-AC2F-F7E8B7655C10}" type="parTrans" cxnId="{7C62FF76-CA0E-40BC-9D9E-E1869284B8C7}">
      <dgm:prSet/>
      <dgm:spPr/>
      <dgm:t>
        <a:bodyPr/>
        <a:lstStyle/>
        <a:p>
          <a:endParaRPr lang="zh-CN" altLang="en-US"/>
        </a:p>
      </dgm:t>
    </dgm:pt>
    <dgm:pt modelId="{BBE88B7D-E645-453E-ACAD-EEDA8961B3F2}" type="sibTrans" cxnId="{7C62FF76-CA0E-40BC-9D9E-E1869284B8C7}">
      <dgm:prSet/>
      <dgm:spPr/>
      <dgm:t>
        <a:bodyPr/>
        <a:lstStyle/>
        <a:p>
          <a:endParaRPr lang="zh-CN" altLang="en-US"/>
        </a:p>
      </dgm:t>
    </dgm:pt>
    <dgm:pt modelId="{6C92B754-2DA0-4E01-9C0A-0E1A840201C4}">
      <dgm:prSet phldrT="[文本]" custT="1"/>
      <dgm:spPr/>
      <dgm:t>
        <a:bodyPr/>
        <a:lstStyle/>
        <a:p>
          <a:r>
            <a:rPr lang="zh-CN" altLang="en-US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/>
              <a:ea typeface="微软雅黑"/>
              <a:cs typeface="+mn-cs"/>
            </a:rPr>
            <a:t>限时模式</a:t>
          </a:r>
        </a:p>
      </dgm:t>
    </dgm:pt>
    <dgm:pt modelId="{30F52E11-719F-41A5-8416-ED690858FC63}" type="parTrans" cxnId="{EB631C53-9137-4B65-B696-0698EF11B647}">
      <dgm:prSet/>
      <dgm:spPr/>
      <dgm:t>
        <a:bodyPr/>
        <a:lstStyle/>
        <a:p>
          <a:endParaRPr lang="zh-CN" altLang="en-US"/>
        </a:p>
      </dgm:t>
    </dgm:pt>
    <dgm:pt modelId="{A813591B-EA3E-415E-A169-0B62DDAE51BC}" type="sibTrans" cxnId="{EB631C53-9137-4B65-B696-0698EF11B647}">
      <dgm:prSet/>
      <dgm:spPr/>
      <dgm:t>
        <a:bodyPr/>
        <a:lstStyle/>
        <a:p>
          <a:endParaRPr lang="zh-CN" altLang="en-US"/>
        </a:p>
      </dgm:t>
    </dgm:pt>
    <dgm:pt modelId="{541AEA8A-AD8A-48D4-9A81-E37A5EDB37A9}" type="pres">
      <dgm:prSet presAssocID="{51C278D5-6E09-40CD-8DF9-9353845EAC71}" presName="vert0" presStyleCnt="0">
        <dgm:presLayoutVars>
          <dgm:dir/>
          <dgm:animOne val="branch"/>
          <dgm:animLvl val="lvl"/>
        </dgm:presLayoutVars>
      </dgm:prSet>
      <dgm:spPr/>
    </dgm:pt>
    <dgm:pt modelId="{E2A262A9-DF99-4087-ABA5-C0542A21922A}" type="pres">
      <dgm:prSet presAssocID="{24ECF52C-7EA7-4054-9F9E-EA60C207D0F6}" presName="thickLine" presStyleLbl="alignNode1" presStyleIdx="0" presStyleCnt="1"/>
      <dgm:spPr/>
    </dgm:pt>
    <dgm:pt modelId="{83731F9A-5FE9-47B6-B550-2798932D967B}" type="pres">
      <dgm:prSet presAssocID="{24ECF52C-7EA7-4054-9F9E-EA60C207D0F6}" presName="horz1" presStyleCnt="0"/>
      <dgm:spPr/>
    </dgm:pt>
    <dgm:pt modelId="{C7A81019-3C1C-4DF9-8A27-0217AD0D7A57}" type="pres">
      <dgm:prSet presAssocID="{24ECF52C-7EA7-4054-9F9E-EA60C207D0F6}" presName="tx1" presStyleLbl="revTx" presStyleIdx="0" presStyleCnt="3"/>
      <dgm:spPr/>
    </dgm:pt>
    <dgm:pt modelId="{2C3C486B-3680-4EF9-A8BF-F9519B530D30}" type="pres">
      <dgm:prSet presAssocID="{24ECF52C-7EA7-4054-9F9E-EA60C207D0F6}" presName="vert1" presStyleCnt="0"/>
      <dgm:spPr/>
    </dgm:pt>
    <dgm:pt modelId="{ED3801AA-9EF7-4045-A176-D43E6CCC5BB5}" type="pres">
      <dgm:prSet presAssocID="{A973CA44-62D7-47AD-A2B2-FFBF18E427CA}" presName="vertSpace2a" presStyleCnt="0"/>
      <dgm:spPr/>
    </dgm:pt>
    <dgm:pt modelId="{419B61BF-D5D9-41C5-B8AE-F652013AC5F1}" type="pres">
      <dgm:prSet presAssocID="{A973CA44-62D7-47AD-A2B2-FFBF18E427CA}" presName="horz2" presStyleCnt="0"/>
      <dgm:spPr/>
    </dgm:pt>
    <dgm:pt modelId="{8886CEAB-496E-46DD-B7F6-661F63C39653}" type="pres">
      <dgm:prSet presAssocID="{A973CA44-62D7-47AD-A2B2-FFBF18E427CA}" presName="horzSpace2" presStyleCnt="0"/>
      <dgm:spPr/>
    </dgm:pt>
    <dgm:pt modelId="{199D1E26-F81D-42EF-80F4-11EE71BE0AF6}" type="pres">
      <dgm:prSet presAssocID="{A973CA44-62D7-47AD-A2B2-FFBF18E427CA}" presName="tx2" presStyleLbl="revTx" presStyleIdx="1" presStyleCnt="3" custLinFactNeighborX="2851" custLinFactNeighborY="15393"/>
      <dgm:spPr/>
    </dgm:pt>
    <dgm:pt modelId="{A1CE1F94-33A2-4EB8-94F4-882D6DD4090F}" type="pres">
      <dgm:prSet presAssocID="{A973CA44-62D7-47AD-A2B2-FFBF18E427CA}" presName="vert2" presStyleCnt="0"/>
      <dgm:spPr/>
    </dgm:pt>
    <dgm:pt modelId="{2A27A2C0-CF26-4EFD-BF4F-3E85C34D7E7B}" type="pres">
      <dgm:prSet presAssocID="{A973CA44-62D7-47AD-A2B2-FFBF18E427CA}" presName="thinLine2b" presStyleLbl="callout" presStyleIdx="0" presStyleCnt="2"/>
      <dgm:spPr/>
    </dgm:pt>
    <dgm:pt modelId="{7F0E15C1-9B16-4052-B270-6AE7797D842C}" type="pres">
      <dgm:prSet presAssocID="{A973CA44-62D7-47AD-A2B2-FFBF18E427CA}" presName="vertSpace2b" presStyleCnt="0"/>
      <dgm:spPr/>
    </dgm:pt>
    <dgm:pt modelId="{5EC183B7-62D1-45D8-8FC3-F7D4192A6BC9}" type="pres">
      <dgm:prSet presAssocID="{6C92B754-2DA0-4E01-9C0A-0E1A840201C4}" presName="horz2" presStyleCnt="0"/>
      <dgm:spPr/>
    </dgm:pt>
    <dgm:pt modelId="{AE67E87C-6848-4C06-8C51-4D6E2496FBE8}" type="pres">
      <dgm:prSet presAssocID="{6C92B754-2DA0-4E01-9C0A-0E1A840201C4}" presName="horzSpace2" presStyleCnt="0"/>
      <dgm:spPr/>
    </dgm:pt>
    <dgm:pt modelId="{909A7888-F6D2-4D57-8504-E38F8E3CC405}" type="pres">
      <dgm:prSet presAssocID="{6C92B754-2DA0-4E01-9C0A-0E1A840201C4}" presName="tx2" presStyleLbl="revTx" presStyleIdx="2" presStyleCnt="3" custLinFactNeighborX="0" custLinFactNeighborY="5232"/>
      <dgm:spPr/>
    </dgm:pt>
    <dgm:pt modelId="{A98831EB-809F-44BF-A25C-38C31F18A5AB}" type="pres">
      <dgm:prSet presAssocID="{6C92B754-2DA0-4E01-9C0A-0E1A840201C4}" presName="vert2" presStyleCnt="0"/>
      <dgm:spPr/>
    </dgm:pt>
    <dgm:pt modelId="{F127533A-D569-4C40-B8EF-2E996E882A6F}" type="pres">
      <dgm:prSet presAssocID="{6C92B754-2DA0-4E01-9C0A-0E1A840201C4}" presName="thinLine2b" presStyleLbl="callout" presStyleIdx="1" presStyleCnt="2"/>
      <dgm:spPr/>
    </dgm:pt>
    <dgm:pt modelId="{BC782853-526A-4287-BE9C-A7CB5FAF05C7}" type="pres">
      <dgm:prSet presAssocID="{6C92B754-2DA0-4E01-9C0A-0E1A840201C4}" presName="vertSpace2b" presStyleCnt="0"/>
      <dgm:spPr/>
    </dgm:pt>
  </dgm:ptLst>
  <dgm:cxnLst>
    <dgm:cxn modelId="{C7A72128-271D-4A6B-AA99-FEF17B46EC0E}" type="presOf" srcId="{A973CA44-62D7-47AD-A2B2-FFBF18E427CA}" destId="{199D1E26-F81D-42EF-80F4-11EE71BE0AF6}" srcOrd="0" destOrd="0" presId="urn:microsoft.com/office/officeart/2008/layout/LinedList"/>
    <dgm:cxn modelId="{8EC21F5F-47C9-4CD2-9637-0E5D60082464}" srcId="{51C278D5-6E09-40CD-8DF9-9353845EAC71}" destId="{24ECF52C-7EA7-4054-9F9E-EA60C207D0F6}" srcOrd="0" destOrd="0" parTransId="{34A24D6D-16CC-425E-9126-805F5C018CC8}" sibTransId="{34A332A7-90DC-417D-9200-33A515A71AA5}"/>
    <dgm:cxn modelId="{EB631C53-9137-4B65-B696-0698EF11B647}" srcId="{24ECF52C-7EA7-4054-9F9E-EA60C207D0F6}" destId="{6C92B754-2DA0-4E01-9C0A-0E1A840201C4}" srcOrd="1" destOrd="0" parTransId="{30F52E11-719F-41A5-8416-ED690858FC63}" sibTransId="{A813591B-EA3E-415E-A169-0B62DDAE51BC}"/>
    <dgm:cxn modelId="{7C62FF76-CA0E-40BC-9D9E-E1869284B8C7}" srcId="{24ECF52C-7EA7-4054-9F9E-EA60C207D0F6}" destId="{A973CA44-62D7-47AD-A2B2-FFBF18E427CA}" srcOrd="0" destOrd="0" parTransId="{66216A96-4D6D-41EE-AC2F-F7E8B7655C10}" sibTransId="{BBE88B7D-E645-453E-ACAD-EEDA8961B3F2}"/>
    <dgm:cxn modelId="{30052178-C136-4BC8-AEBD-5EE12AB770BA}" type="presOf" srcId="{24ECF52C-7EA7-4054-9F9E-EA60C207D0F6}" destId="{C7A81019-3C1C-4DF9-8A27-0217AD0D7A57}" srcOrd="0" destOrd="0" presId="urn:microsoft.com/office/officeart/2008/layout/LinedList"/>
    <dgm:cxn modelId="{66727B92-E12A-4BCD-9027-F4FD787CA30A}" type="presOf" srcId="{51C278D5-6E09-40CD-8DF9-9353845EAC71}" destId="{541AEA8A-AD8A-48D4-9A81-E37A5EDB37A9}" srcOrd="0" destOrd="0" presId="urn:microsoft.com/office/officeart/2008/layout/LinedList"/>
    <dgm:cxn modelId="{FA5F789B-BEB2-410E-98B4-5743DDF968C7}" type="presOf" srcId="{6C92B754-2DA0-4E01-9C0A-0E1A840201C4}" destId="{909A7888-F6D2-4D57-8504-E38F8E3CC405}" srcOrd="0" destOrd="0" presId="urn:microsoft.com/office/officeart/2008/layout/LinedList"/>
    <dgm:cxn modelId="{EA04A235-99C8-417F-A8FF-BD4D1DCF040E}" type="presParOf" srcId="{541AEA8A-AD8A-48D4-9A81-E37A5EDB37A9}" destId="{E2A262A9-DF99-4087-ABA5-C0542A21922A}" srcOrd="0" destOrd="0" presId="urn:microsoft.com/office/officeart/2008/layout/LinedList"/>
    <dgm:cxn modelId="{0EB8AACE-0805-43AB-975D-F8D6DBFD60F4}" type="presParOf" srcId="{541AEA8A-AD8A-48D4-9A81-E37A5EDB37A9}" destId="{83731F9A-5FE9-47B6-B550-2798932D967B}" srcOrd="1" destOrd="0" presId="urn:microsoft.com/office/officeart/2008/layout/LinedList"/>
    <dgm:cxn modelId="{DDC8AEFF-0C29-48B0-BA5C-7CE37D94B16F}" type="presParOf" srcId="{83731F9A-5FE9-47B6-B550-2798932D967B}" destId="{C7A81019-3C1C-4DF9-8A27-0217AD0D7A57}" srcOrd="0" destOrd="0" presId="urn:microsoft.com/office/officeart/2008/layout/LinedList"/>
    <dgm:cxn modelId="{81AADF07-C6BD-4D4B-8B9A-321559723166}" type="presParOf" srcId="{83731F9A-5FE9-47B6-B550-2798932D967B}" destId="{2C3C486B-3680-4EF9-A8BF-F9519B530D30}" srcOrd="1" destOrd="0" presId="urn:microsoft.com/office/officeart/2008/layout/LinedList"/>
    <dgm:cxn modelId="{4B17BAAA-4E9D-47A5-A432-4E941E90094E}" type="presParOf" srcId="{2C3C486B-3680-4EF9-A8BF-F9519B530D30}" destId="{ED3801AA-9EF7-4045-A176-D43E6CCC5BB5}" srcOrd="0" destOrd="0" presId="urn:microsoft.com/office/officeart/2008/layout/LinedList"/>
    <dgm:cxn modelId="{0C94BAB6-D87D-4B75-A238-097D4E4D9D3D}" type="presParOf" srcId="{2C3C486B-3680-4EF9-A8BF-F9519B530D30}" destId="{419B61BF-D5D9-41C5-B8AE-F652013AC5F1}" srcOrd="1" destOrd="0" presId="urn:microsoft.com/office/officeart/2008/layout/LinedList"/>
    <dgm:cxn modelId="{D59C5745-2B82-4BFB-A322-AF092763388A}" type="presParOf" srcId="{419B61BF-D5D9-41C5-B8AE-F652013AC5F1}" destId="{8886CEAB-496E-46DD-B7F6-661F63C39653}" srcOrd="0" destOrd="0" presId="urn:microsoft.com/office/officeart/2008/layout/LinedList"/>
    <dgm:cxn modelId="{A726CABD-4799-4A6A-8748-31280532AB31}" type="presParOf" srcId="{419B61BF-D5D9-41C5-B8AE-F652013AC5F1}" destId="{199D1E26-F81D-42EF-80F4-11EE71BE0AF6}" srcOrd="1" destOrd="0" presId="urn:microsoft.com/office/officeart/2008/layout/LinedList"/>
    <dgm:cxn modelId="{10ED2132-6785-4289-B215-EAD94D38D36D}" type="presParOf" srcId="{419B61BF-D5D9-41C5-B8AE-F652013AC5F1}" destId="{A1CE1F94-33A2-4EB8-94F4-882D6DD4090F}" srcOrd="2" destOrd="0" presId="urn:microsoft.com/office/officeart/2008/layout/LinedList"/>
    <dgm:cxn modelId="{A4021A78-6361-4B66-9179-DE3EE016FD99}" type="presParOf" srcId="{2C3C486B-3680-4EF9-A8BF-F9519B530D30}" destId="{2A27A2C0-CF26-4EFD-BF4F-3E85C34D7E7B}" srcOrd="2" destOrd="0" presId="urn:microsoft.com/office/officeart/2008/layout/LinedList"/>
    <dgm:cxn modelId="{5A0E0388-1A94-49C3-B3F8-CED94B56DC6C}" type="presParOf" srcId="{2C3C486B-3680-4EF9-A8BF-F9519B530D30}" destId="{7F0E15C1-9B16-4052-B270-6AE7797D842C}" srcOrd="3" destOrd="0" presId="urn:microsoft.com/office/officeart/2008/layout/LinedList"/>
    <dgm:cxn modelId="{E44399F4-2E29-489A-9E07-18E9B5D359B4}" type="presParOf" srcId="{2C3C486B-3680-4EF9-A8BF-F9519B530D30}" destId="{5EC183B7-62D1-45D8-8FC3-F7D4192A6BC9}" srcOrd="4" destOrd="0" presId="urn:microsoft.com/office/officeart/2008/layout/LinedList"/>
    <dgm:cxn modelId="{35EF9539-DC89-4727-9125-011EC6419B15}" type="presParOf" srcId="{5EC183B7-62D1-45D8-8FC3-F7D4192A6BC9}" destId="{AE67E87C-6848-4C06-8C51-4D6E2496FBE8}" srcOrd="0" destOrd="0" presId="urn:microsoft.com/office/officeart/2008/layout/LinedList"/>
    <dgm:cxn modelId="{103FAAEF-E9C4-4728-9A97-5882F1F9AE28}" type="presParOf" srcId="{5EC183B7-62D1-45D8-8FC3-F7D4192A6BC9}" destId="{909A7888-F6D2-4D57-8504-E38F8E3CC405}" srcOrd="1" destOrd="0" presId="urn:microsoft.com/office/officeart/2008/layout/LinedList"/>
    <dgm:cxn modelId="{30517AAB-1452-4734-816C-908F4DEA6D54}" type="presParOf" srcId="{5EC183B7-62D1-45D8-8FC3-F7D4192A6BC9}" destId="{A98831EB-809F-44BF-A25C-38C31F18A5AB}" srcOrd="2" destOrd="0" presId="urn:microsoft.com/office/officeart/2008/layout/LinedList"/>
    <dgm:cxn modelId="{91E1720F-704C-4E88-A765-C739AD81CFD8}" type="presParOf" srcId="{2C3C486B-3680-4EF9-A8BF-F9519B530D30}" destId="{F127533A-D569-4C40-B8EF-2E996E882A6F}" srcOrd="5" destOrd="0" presId="urn:microsoft.com/office/officeart/2008/layout/LinedList"/>
    <dgm:cxn modelId="{731C7941-FD6A-4BF1-A344-A58E74EAF849}" type="presParOf" srcId="{2C3C486B-3680-4EF9-A8BF-F9519B530D30}" destId="{BC782853-526A-4287-BE9C-A7CB5FAF05C7}" srcOrd="6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13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262A9-DF99-4087-ABA5-C0542A21922A}">
      <dsp:nvSpPr>
        <dsp:cNvPr id="0" name=""/>
        <dsp:cNvSpPr/>
      </dsp:nvSpPr>
      <dsp:spPr>
        <a:xfrm>
          <a:off x="0" y="0"/>
          <a:ext cx="219091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81019-3C1C-4DF9-8A27-0217AD0D7A57}">
      <dsp:nvSpPr>
        <dsp:cNvPr id="0" name=""/>
        <dsp:cNvSpPr/>
      </dsp:nvSpPr>
      <dsp:spPr>
        <a:xfrm>
          <a:off x="0" y="0"/>
          <a:ext cx="438183" cy="114718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/>
            <a:t>实现</a:t>
          </a:r>
        </a:p>
      </dsp:txBody>
      <dsp:txXfrm>
        <a:off x="0" y="0"/>
        <a:ext cx="438183" cy="1147189"/>
      </dsp:txXfrm>
    </dsp:sp>
    <dsp:sp modelId="{199D1E26-F81D-42EF-80F4-11EE71BE0AF6}">
      <dsp:nvSpPr>
        <dsp:cNvPr id="0" name=""/>
        <dsp:cNvSpPr/>
      </dsp:nvSpPr>
      <dsp:spPr>
        <a:xfrm>
          <a:off x="471047" y="17924"/>
          <a:ext cx="1719870" cy="358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基础框架</a:t>
          </a:r>
        </a:p>
      </dsp:txBody>
      <dsp:txXfrm>
        <a:off x="471047" y="17924"/>
        <a:ext cx="1719870" cy="358496"/>
      </dsp:txXfrm>
    </dsp:sp>
    <dsp:sp modelId="{2A27A2C0-CF26-4EFD-BF4F-3E85C34D7E7B}">
      <dsp:nvSpPr>
        <dsp:cNvPr id="0" name=""/>
        <dsp:cNvSpPr/>
      </dsp:nvSpPr>
      <dsp:spPr>
        <a:xfrm>
          <a:off x="438183" y="376421"/>
          <a:ext cx="1752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9A7888-F6D2-4D57-8504-E38F8E3CC405}">
      <dsp:nvSpPr>
        <dsp:cNvPr id="0" name=""/>
        <dsp:cNvSpPr/>
      </dsp:nvSpPr>
      <dsp:spPr>
        <a:xfrm>
          <a:off x="471047" y="394346"/>
          <a:ext cx="1719870" cy="358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分数排行</a:t>
          </a:r>
        </a:p>
      </dsp:txBody>
      <dsp:txXfrm>
        <a:off x="471047" y="394346"/>
        <a:ext cx="1719870" cy="358496"/>
      </dsp:txXfrm>
    </dsp:sp>
    <dsp:sp modelId="{F127533A-D569-4C40-B8EF-2E996E882A6F}">
      <dsp:nvSpPr>
        <dsp:cNvPr id="0" name=""/>
        <dsp:cNvSpPr/>
      </dsp:nvSpPr>
      <dsp:spPr>
        <a:xfrm>
          <a:off x="438183" y="752842"/>
          <a:ext cx="1752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FB71B92-FD4B-4ABF-AF8B-B7E1E26BFD86}">
      <dsp:nvSpPr>
        <dsp:cNvPr id="0" name=""/>
        <dsp:cNvSpPr/>
      </dsp:nvSpPr>
      <dsp:spPr>
        <a:xfrm>
          <a:off x="471047" y="770767"/>
          <a:ext cx="1719870" cy="35849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/>
            <a:t>音乐伴奏</a:t>
          </a:r>
        </a:p>
      </dsp:txBody>
      <dsp:txXfrm>
        <a:off x="471047" y="770767"/>
        <a:ext cx="1719870" cy="358496"/>
      </dsp:txXfrm>
    </dsp:sp>
    <dsp:sp modelId="{B5BFA64A-E367-479E-899D-9A49E04203D6}">
      <dsp:nvSpPr>
        <dsp:cNvPr id="0" name=""/>
        <dsp:cNvSpPr/>
      </dsp:nvSpPr>
      <dsp:spPr>
        <a:xfrm>
          <a:off x="438183" y="1129264"/>
          <a:ext cx="1752734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2A262A9-DF99-4087-ABA5-C0542A21922A}">
      <dsp:nvSpPr>
        <dsp:cNvPr id="0" name=""/>
        <dsp:cNvSpPr/>
      </dsp:nvSpPr>
      <dsp:spPr>
        <a:xfrm>
          <a:off x="0" y="412"/>
          <a:ext cx="2251873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7A81019-3C1C-4DF9-8A27-0217AD0D7A57}">
      <dsp:nvSpPr>
        <dsp:cNvPr id="0" name=""/>
        <dsp:cNvSpPr/>
      </dsp:nvSpPr>
      <dsp:spPr>
        <a:xfrm>
          <a:off x="0" y="412"/>
          <a:ext cx="450374" cy="84433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80010" rIns="80010" bIns="80010" numCol="1" spcCol="1270" anchor="t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21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/>
              <a:ea typeface="微软雅黑"/>
              <a:cs typeface="+mn-cs"/>
            </a:rPr>
            <a:t>新增</a:t>
          </a:r>
        </a:p>
      </dsp:txBody>
      <dsp:txXfrm>
        <a:off x="0" y="412"/>
        <a:ext cx="450374" cy="844335"/>
      </dsp:txXfrm>
    </dsp:sp>
    <dsp:sp modelId="{199D1E26-F81D-42EF-80F4-11EE71BE0AF6}">
      <dsp:nvSpPr>
        <dsp:cNvPr id="0" name=""/>
        <dsp:cNvSpPr/>
      </dsp:nvSpPr>
      <dsp:spPr>
        <a:xfrm>
          <a:off x="484152" y="80451"/>
          <a:ext cx="1767720" cy="392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altLang="zh-CN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/>
              <a:ea typeface="微软雅黑"/>
              <a:cs typeface="+mn-cs"/>
            </a:rPr>
            <a:t>2P</a:t>
          </a:r>
          <a:r>
            <a:rPr lang="zh-CN" altLang="en-US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/>
              <a:ea typeface="微软雅黑"/>
              <a:cs typeface="+mn-cs"/>
            </a:rPr>
            <a:t>对战</a:t>
          </a:r>
        </a:p>
      </dsp:txBody>
      <dsp:txXfrm>
        <a:off x="484152" y="80451"/>
        <a:ext cx="1767720" cy="392484"/>
      </dsp:txXfrm>
    </dsp:sp>
    <dsp:sp modelId="{2A27A2C0-CF26-4EFD-BF4F-3E85C34D7E7B}">
      <dsp:nvSpPr>
        <dsp:cNvPr id="0" name=""/>
        <dsp:cNvSpPr/>
      </dsp:nvSpPr>
      <dsp:spPr>
        <a:xfrm>
          <a:off x="450374" y="412521"/>
          <a:ext cx="18014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9A7888-F6D2-4D57-8504-E38F8E3CC405}">
      <dsp:nvSpPr>
        <dsp:cNvPr id="0" name=""/>
        <dsp:cNvSpPr/>
      </dsp:nvSpPr>
      <dsp:spPr>
        <a:xfrm>
          <a:off x="484152" y="452676"/>
          <a:ext cx="1767720" cy="39248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t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zh-CN" altLang="en-US" sz="1200" kern="1200" dirty="0">
              <a:solidFill>
                <a:srgbClr val="000000">
                  <a:hueOff val="0"/>
                  <a:satOff val="0"/>
                  <a:lumOff val="0"/>
                  <a:alphaOff val="0"/>
                </a:srgbClr>
              </a:solidFill>
              <a:latin typeface="微软雅黑"/>
              <a:ea typeface="微软雅黑"/>
              <a:cs typeface="+mn-cs"/>
            </a:rPr>
            <a:t>限时模式</a:t>
          </a:r>
        </a:p>
      </dsp:txBody>
      <dsp:txXfrm>
        <a:off x="484152" y="452676"/>
        <a:ext cx="1767720" cy="392484"/>
      </dsp:txXfrm>
    </dsp:sp>
    <dsp:sp modelId="{F127533A-D569-4C40-B8EF-2E996E882A6F}">
      <dsp:nvSpPr>
        <dsp:cNvPr id="0" name=""/>
        <dsp:cNvSpPr/>
      </dsp:nvSpPr>
      <dsp:spPr>
        <a:xfrm>
          <a:off x="450374" y="824629"/>
          <a:ext cx="1801498" cy="0"/>
        </a:xfrm>
        <a:prstGeom prst="line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tint val="5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80057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65634127"/>
      </p:ext>
    </p:extLst>
  </p:cSld>
  <p:clrMap bg1="lt1" tx1="dk1" bg2="dk2" tx2="lt2" accent1="accent1" accent2="accent2" accent3="accent3" accent4="accent4" accent5="accent5" accent6="accent6" hlink="hlink" folHlink="folHlink"/>
  <p:hf sldNum="0"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3" name="Google Shape;633;g11ee1904e44_2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4" name="Google Shape;634;g11ee1904e44_2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Google Shape;703;g8b385fd27f_2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4" name="Google Shape;704;g8b385fd27f_2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1559675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501260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941240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5444747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9672721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US" altLang="zh-CN" dirty="0"/>
              <a:t>模板来自于： 第一PPT https://www.1ppt.com/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en-US" alt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模板来自于： 第一PPT https://www.1ppt.com/</a:t>
            </a:r>
          </a:p>
          <a:p>
            <a:endParaRPr lang="zh-CN" altLang="en-US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8" name="Google Shape;1188;g10f1a026c1c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9" name="Google Shape;1189;g10f1a026c1c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hyperlink" Target="http://www.1ppt.com/hangye/" TargetMode="External"/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 rot="-608327">
            <a:off x="7647612" y="786687"/>
            <a:ext cx="1161927" cy="132970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/>
          <p:nvPr/>
        </p:nvSpPr>
        <p:spPr>
          <a:xfrm rot="-1548279">
            <a:off x="379394" y="4290621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" name="Google Shape;12;p2"/>
          <p:cNvPicPr preferRelativeResize="0"/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 rot="-2232865">
            <a:off x="472733" y="3385467"/>
            <a:ext cx="868834" cy="829544"/>
          </a:xfrm>
          <a:prstGeom prst="rect">
            <a:avLst/>
          </a:prstGeom>
          <a:noFill/>
          <a:ln>
            <a:noFill/>
          </a:ln>
        </p:spPr>
      </p:pic>
      <p:sp>
        <p:nvSpPr>
          <p:cNvPr id="13" name="Google Shape;13;p2"/>
          <p:cNvSpPr/>
          <p:nvPr/>
        </p:nvSpPr>
        <p:spPr>
          <a:xfrm rot="-1547762">
            <a:off x="1114611" y="4556981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14;p2"/>
          <p:cNvSpPr/>
          <p:nvPr/>
        </p:nvSpPr>
        <p:spPr>
          <a:xfrm rot="-1547762">
            <a:off x="611736" y="1951968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" name="Google Shape;15;p2"/>
          <p:cNvPicPr preferRelativeResize="0"/>
          <p:nvPr/>
        </p:nvPicPr>
        <p:blipFill rotWithShape="1">
          <a:blip r:embed="rId4" cstate="screen"/>
          <a:srcRect/>
          <a:stretch>
            <a:fillRect/>
          </a:stretch>
        </p:blipFill>
        <p:spPr>
          <a:xfrm rot="-1162123">
            <a:off x="392975" y="1188027"/>
            <a:ext cx="472046" cy="52702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/>
          <p:nvPr/>
        </p:nvSpPr>
        <p:spPr>
          <a:xfrm rot="-1547762">
            <a:off x="6659011" y="4505856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" name="Google Shape;17;p2"/>
          <p:cNvSpPr/>
          <p:nvPr/>
        </p:nvSpPr>
        <p:spPr>
          <a:xfrm rot="-1547762">
            <a:off x="8283861" y="4556981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" name="Google Shape;18;p2"/>
          <p:cNvSpPr/>
          <p:nvPr/>
        </p:nvSpPr>
        <p:spPr>
          <a:xfrm rot="-1547762">
            <a:off x="8088436" y="347981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" name="Google Shape;19;p2"/>
          <p:cNvSpPr/>
          <p:nvPr/>
        </p:nvSpPr>
        <p:spPr>
          <a:xfrm rot="-1548197">
            <a:off x="6213509" y="4544138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" name="Google Shape;20;p2"/>
          <p:cNvSpPr/>
          <p:nvPr/>
        </p:nvSpPr>
        <p:spPr>
          <a:xfrm rot="-1548197">
            <a:off x="1635834" y="493263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1" name="Google Shape;21;p2"/>
          <p:cNvPicPr preferRelativeResize="0"/>
          <p:nvPr/>
        </p:nvPicPr>
        <p:blipFill rotWithShape="1">
          <a:blip r:embed="rId4" cstate="screen"/>
          <a:srcRect/>
          <a:stretch>
            <a:fillRect/>
          </a:stretch>
        </p:blipFill>
        <p:spPr>
          <a:xfrm rot="-1162123">
            <a:off x="7027825" y="4289440"/>
            <a:ext cx="472046" cy="527020"/>
          </a:xfrm>
          <a:prstGeom prst="rect">
            <a:avLst/>
          </a:prstGeom>
          <a:noFill/>
          <a:ln>
            <a:noFill/>
          </a:ln>
        </p:spPr>
      </p:pic>
      <p:sp>
        <p:nvSpPr>
          <p:cNvPr id="22" name="Google Shape;22;p2"/>
          <p:cNvSpPr/>
          <p:nvPr/>
        </p:nvSpPr>
        <p:spPr>
          <a:xfrm rot="-1547762">
            <a:off x="3682261" y="992056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" name="Google Shape;23;p2"/>
          <p:cNvSpPr/>
          <p:nvPr/>
        </p:nvSpPr>
        <p:spPr>
          <a:xfrm rot="-1548197">
            <a:off x="3165634" y="493263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2"/>
          <p:cNvSpPr txBox="1">
            <a:spLocks noGrp="1"/>
          </p:cNvSpPr>
          <p:nvPr>
            <p:ph type="ctrTitle"/>
          </p:nvPr>
        </p:nvSpPr>
        <p:spPr>
          <a:xfrm>
            <a:off x="584825" y="1460550"/>
            <a:ext cx="4077900" cy="1797900"/>
          </a:xfrm>
          <a:prstGeom prst="rect">
            <a:avLst/>
          </a:prstGeom>
          <a:effectLst>
            <a:outerShdw dist="85725" dir="4440000" algn="bl" rotWithShape="0">
              <a:srgbClr val="000000">
                <a:alpha val="57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7000"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25" name="Google Shape;25;p2"/>
          <p:cNvSpPr txBox="1">
            <a:spLocks noGrp="1"/>
          </p:cNvSpPr>
          <p:nvPr>
            <p:ph type="subTitle" idx="1"/>
          </p:nvPr>
        </p:nvSpPr>
        <p:spPr>
          <a:xfrm>
            <a:off x="979025" y="3651075"/>
            <a:ext cx="32895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  <p:hf sldNum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6"/>
          <p:cNvSpPr txBox="1">
            <a:spLocks noGrp="1"/>
          </p:cNvSpPr>
          <p:nvPr>
            <p:ph type="ctrTitle"/>
          </p:nvPr>
        </p:nvSpPr>
        <p:spPr>
          <a:xfrm>
            <a:off x="1868988" y="441450"/>
            <a:ext cx="5406000" cy="1367400"/>
          </a:xfrm>
          <a:prstGeom prst="rect">
            <a:avLst/>
          </a:prstGeom>
          <a:effectLst>
            <a:outerShdw dist="85725" dir="4440000" algn="bl" rotWithShape="0">
              <a:srgbClr val="000000">
                <a:alpha val="57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500"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</p:spTree>
  </p:cSld>
  <p:clrMapOvr>
    <a:masterClrMapping/>
  </p:clrMapOvr>
  <p:hf sldNum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hf sldNum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_1"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0" name="Google Shape;260;p18"/>
          <p:cNvPicPr preferRelativeResize="0"/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7995263" y="4191756"/>
            <a:ext cx="1491725" cy="17070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18"/>
          <p:cNvPicPr preferRelativeResize="0"/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 rot="-4102031">
            <a:off x="8562357" y="752540"/>
            <a:ext cx="1117436" cy="1278767"/>
          </a:xfrm>
          <a:prstGeom prst="rect">
            <a:avLst/>
          </a:prstGeom>
          <a:noFill/>
          <a:ln>
            <a:noFill/>
          </a:ln>
        </p:spPr>
      </p:pic>
      <p:sp>
        <p:nvSpPr>
          <p:cNvPr id="262" name="Google Shape;262;p18"/>
          <p:cNvSpPr/>
          <p:nvPr/>
        </p:nvSpPr>
        <p:spPr>
          <a:xfrm rot="-1548197">
            <a:off x="585434" y="539825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18"/>
          <p:cNvSpPr/>
          <p:nvPr/>
        </p:nvSpPr>
        <p:spPr>
          <a:xfrm rot="-1548197">
            <a:off x="8639309" y="3669200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18"/>
          <p:cNvSpPr/>
          <p:nvPr/>
        </p:nvSpPr>
        <p:spPr>
          <a:xfrm rot="-1548279">
            <a:off x="6615407" y="910171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18"/>
          <p:cNvSpPr/>
          <p:nvPr/>
        </p:nvSpPr>
        <p:spPr>
          <a:xfrm rot="-1547762">
            <a:off x="493111" y="2431631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18"/>
          <p:cNvSpPr/>
          <p:nvPr/>
        </p:nvSpPr>
        <p:spPr>
          <a:xfrm rot="-1548197">
            <a:off x="8322184" y="2015063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18"/>
          <p:cNvSpPr/>
          <p:nvPr/>
        </p:nvSpPr>
        <p:spPr>
          <a:xfrm rot="-1548197">
            <a:off x="6308559" y="671025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8" name="Google Shape;268;p18"/>
          <p:cNvSpPr/>
          <p:nvPr/>
        </p:nvSpPr>
        <p:spPr>
          <a:xfrm rot="-1548197">
            <a:off x="7543659" y="475613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8"/>
          <p:cNvSpPr/>
          <p:nvPr/>
        </p:nvSpPr>
        <p:spPr>
          <a:xfrm rot="-1548279">
            <a:off x="7862307" y="2379996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0" name="Google Shape;270;p18"/>
          <p:cNvSpPr/>
          <p:nvPr/>
        </p:nvSpPr>
        <p:spPr>
          <a:xfrm rot="-1548279">
            <a:off x="7690807" y="4298621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1" name="Google Shape;271;p18"/>
          <p:cNvSpPr/>
          <p:nvPr/>
        </p:nvSpPr>
        <p:spPr>
          <a:xfrm rot="-1548197">
            <a:off x="746984" y="3239375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2" name="Google Shape;272;p18"/>
          <p:cNvSpPr/>
          <p:nvPr/>
        </p:nvSpPr>
        <p:spPr>
          <a:xfrm rot="-1548279">
            <a:off x="961582" y="2681971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18"/>
          <p:cNvSpPr txBox="1">
            <a:spLocks noGrp="1"/>
          </p:cNvSpPr>
          <p:nvPr>
            <p:ph type="subTitle" idx="1"/>
          </p:nvPr>
        </p:nvSpPr>
        <p:spPr>
          <a:xfrm>
            <a:off x="1645413" y="2651590"/>
            <a:ext cx="27264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4" name="Google Shape;274;p18"/>
          <p:cNvSpPr txBox="1">
            <a:spLocks noGrp="1"/>
          </p:cNvSpPr>
          <p:nvPr>
            <p:ph type="title" hasCustomPrompt="1"/>
          </p:nvPr>
        </p:nvSpPr>
        <p:spPr>
          <a:xfrm rot="-751047">
            <a:off x="875340" y="1224039"/>
            <a:ext cx="820811" cy="698820"/>
          </a:xfrm>
          <a:prstGeom prst="rect">
            <a:avLst/>
          </a:prstGeom>
          <a:effectLst>
            <a:outerShdw dist="57150" dir="498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275" name="Google Shape;275;p18"/>
          <p:cNvSpPr txBox="1">
            <a:spLocks noGrp="1"/>
          </p:cNvSpPr>
          <p:nvPr>
            <p:ph type="ctrTitle" idx="2"/>
          </p:nvPr>
        </p:nvSpPr>
        <p:spPr>
          <a:xfrm>
            <a:off x="2173800" y="441450"/>
            <a:ext cx="4796400" cy="1367400"/>
          </a:xfrm>
          <a:prstGeom prst="rect">
            <a:avLst/>
          </a:prstGeom>
          <a:effectLst>
            <a:outerShdw dist="85725" dir="4440000" algn="bl" rotWithShape="0">
              <a:srgbClr val="000000">
                <a:alpha val="57000"/>
              </a:srgbClr>
            </a:outerShdw>
          </a:effectLst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5500"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276" name="Google Shape;276;p18"/>
          <p:cNvSpPr txBox="1">
            <a:spLocks noGrp="1"/>
          </p:cNvSpPr>
          <p:nvPr>
            <p:ph type="ctrTitle" idx="3"/>
          </p:nvPr>
        </p:nvSpPr>
        <p:spPr>
          <a:xfrm>
            <a:off x="1645463" y="2120465"/>
            <a:ext cx="2726400" cy="607500"/>
          </a:xfrm>
          <a:prstGeom prst="rect">
            <a:avLst/>
          </a:prstGeom>
          <a:effectLst>
            <a:outerShdw dist="85725" dir="4440000" algn="bl" rotWithShape="0">
              <a:srgbClr val="000000">
                <a:alpha val="57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277" name="Google Shape;277;p18"/>
          <p:cNvSpPr txBox="1">
            <a:spLocks noGrp="1"/>
          </p:cNvSpPr>
          <p:nvPr>
            <p:ph type="subTitle" idx="4"/>
          </p:nvPr>
        </p:nvSpPr>
        <p:spPr>
          <a:xfrm>
            <a:off x="4772138" y="2651590"/>
            <a:ext cx="27264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78" name="Google Shape;278;p18"/>
          <p:cNvSpPr txBox="1">
            <a:spLocks noGrp="1"/>
          </p:cNvSpPr>
          <p:nvPr>
            <p:ph type="ctrTitle" idx="5"/>
          </p:nvPr>
        </p:nvSpPr>
        <p:spPr>
          <a:xfrm>
            <a:off x="4772188" y="2120465"/>
            <a:ext cx="2726400" cy="607500"/>
          </a:xfrm>
          <a:prstGeom prst="rect">
            <a:avLst/>
          </a:prstGeom>
          <a:effectLst>
            <a:outerShdw dist="85725" dir="4440000" algn="bl" rotWithShape="0">
              <a:srgbClr val="000000">
                <a:alpha val="57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279" name="Google Shape;279;p18"/>
          <p:cNvSpPr txBox="1">
            <a:spLocks noGrp="1"/>
          </p:cNvSpPr>
          <p:nvPr>
            <p:ph type="subTitle" idx="6"/>
          </p:nvPr>
        </p:nvSpPr>
        <p:spPr>
          <a:xfrm>
            <a:off x="1645413" y="3998390"/>
            <a:ext cx="27264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0" name="Google Shape;280;p18"/>
          <p:cNvSpPr txBox="1">
            <a:spLocks noGrp="1"/>
          </p:cNvSpPr>
          <p:nvPr>
            <p:ph type="ctrTitle" idx="7"/>
          </p:nvPr>
        </p:nvSpPr>
        <p:spPr>
          <a:xfrm>
            <a:off x="1645463" y="3467265"/>
            <a:ext cx="2726400" cy="607500"/>
          </a:xfrm>
          <a:prstGeom prst="rect">
            <a:avLst/>
          </a:prstGeom>
          <a:effectLst>
            <a:outerShdw dist="85725" dir="4440000" algn="bl" rotWithShape="0">
              <a:srgbClr val="000000">
                <a:alpha val="57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281" name="Google Shape;281;p18"/>
          <p:cNvSpPr txBox="1">
            <a:spLocks noGrp="1"/>
          </p:cNvSpPr>
          <p:nvPr>
            <p:ph type="subTitle" idx="8"/>
          </p:nvPr>
        </p:nvSpPr>
        <p:spPr>
          <a:xfrm>
            <a:off x="4772138" y="3998390"/>
            <a:ext cx="2726400" cy="698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82" name="Google Shape;282;p18"/>
          <p:cNvSpPr txBox="1">
            <a:spLocks noGrp="1"/>
          </p:cNvSpPr>
          <p:nvPr>
            <p:ph type="ctrTitle" idx="9"/>
          </p:nvPr>
        </p:nvSpPr>
        <p:spPr>
          <a:xfrm>
            <a:off x="4772188" y="3467265"/>
            <a:ext cx="2726400" cy="607500"/>
          </a:xfrm>
          <a:prstGeom prst="rect">
            <a:avLst/>
          </a:prstGeom>
          <a:effectLst>
            <a:outerShdw dist="85725" dir="4440000" algn="bl" rotWithShape="0">
              <a:srgbClr val="000000">
                <a:alpha val="57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3000"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 dirty="0"/>
          </a:p>
        </p:txBody>
      </p:sp>
      <p:sp>
        <p:nvSpPr>
          <p:cNvPr id="283" name="Google Shape;283;p18"/>
          <p:cNvSpPr txBox="1">
            <a:spLocks noGrp="1"/>
          </p:cNvSpPr>
          <p:nvPr>
            <p:ph type="title" idx="13" hasCustomPrompt="1"/>
          </p:nvPr>
        </p:nvSpPr>
        <p:spPr>
          <a:xfrm rot="504329">
            <a:off x="588124" y="3925164"/>
            <a:ext cx="820918" cy="698686"/>
          </a:xfrm>
          <a:prstGeom prst="rect">
            <a:avLst/>
          </a:prstGeom>
          <a:effectLst>
            <a:outerShdw dist="57150" dir="498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284" name="Google Shape;284;p18"/>
          <p:cNvSpPr txBox="1">
            <a:spLocks noGrp="1"/>
          </p:cNvSpPr>
          <p:nvPr>
            <p:ph type="title" idx="14" hasCustomPrompt="1"/>
          </p:nvPr>
        </p:nvSpPr>
        <p:spPr>
          <a:xfrm rot="-751047">
            <a:off x="7646728" y="3099452"/>
            <a:ext cx="820811" cy="698820"/>
          </a:xfrm>
          <a:prstGeom prst="rect">
            <a:avLst/>
          </a:prstGeom>
          <a:effectLst>
            <a:outerShdw dist="57150" dir="498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  <p:sp>
        <p:nvSpPr>
          <p:cNvPr id="285" name="Google Shape;285;p18"/>
          <p:cNvSpPr txBox="1">
            <a:spLocks noGrp="1"/>
          </p:cNvSpPr>
          <p:nvPr>
            <p:ph type="title" idx="15" hasCustomPrompt="1"/>
          </p:nvPr>
        </p:nvSpPr>
        <p:spPr>
          <a:xfrm rot="1180413">
            <a:off x="7235116" y="1163947"/>
            <a:ext cx="820708" cy="698678"/>
          </a:xfrm>
          <a:prstGeom prst="rect">
            <a:avLst/>
          </a:prstGeom>
          <a:effectLst>
            <a:outerShdw dist="57150" dir="498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400"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rPr dirty="0"/>
              <a:t>xx%</a:t>
            </a:r>
          </a:p>
        </p:txBody>
      </p:sp>
    </p:spTree>
  </p:cSld>
  <p:clrMapOvr>
    <a:masterClrMapping/>
  </p:clrMapOvr>
  <p:hf sldNum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93421844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TextBox 2"/>
          <p:cNvSpPr txBox="1"/>
          <p:nvPr userDrawn="1"/>
        </p:nvSpPr>
        <p:spPr>
          <a:xfrm>
            <a:off x="453650" y="0"/>
            <a:ext cx="54006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778185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">
  <p:cSld name="CUSTOM_2">
    <p:spTree>
      <p:nvGrpSpPr>
        <p:cNvPr id="1" name="Shape 5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8" name="Google Shape;598;p33"/>
          <p:cNvPicPr preferRelativeResize="0"/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 rot="-576574" flipH="1">
            <a:off x="6856154" y="374133"/>
            <a:ext cx="1775415" cy="2031834"/>
          </a:xfrm>
          <a:prstGeom prst="rect">
            <a:avLst/>
          </a:prstGeom>
          <a:noFill/>
          <a:ln>
            <a:noFill/>
          </a:ln>
        </p:spPr>
      </p:pic>
      <p:sp>
        <p:nvSpPr>
          <p:cNvPr id="599" name="Google Shape;599;p33"/>
          <p:cNvSpPr/>
          <p:nvPr/>
        </p:nvSpPr>
        <p:spPr>
          <a:xfrm rot="1548197" flipH="1">
            <a:off x="2067007" y="758575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0" name="Google Shape;600;p33"/>
          <p:cNvSpPr/>
          <p:nvPr/>
        </p:nvSpPr>
        <p:spPr>
          <a:xfrm rot="1548197" flipH="1">
            <a:off x="312582" y="1496813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1" name="Google Shape;601;p33"/>
          <p:cNvSpPr/>
          <p:nvPr/>
        </p:nvSpPr>
        <p:spPr>
          <a:xfrm rot="1547762" flipH="1">
            <a:off x="8172183" y="397131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2" name="Google Shape;602;p33"/>
          <p:cNvSpPr/>
          <p:nvPr/>
        </p:nvSpPr>
        <p:spPr>
          <a:xfrm rot="1548220" flipH="1">
            <a:off x="1674129" y="1103459"/>
            <a:ext cx="510062" cy="532114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03" name="Google Shape;603;p33"/>
          <p:cNvPicPr preferRelativeResize="0"/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>
            <a:off x="434797" y="350103"/>
            <a:ext cx="1117824" cy="1062372"/>
          </a:xfrm>
          <a:prstGeom prst="rect">
            <a:avLst/>
          </a:prstGeom>
          <a:noFill/>
          <a:ln>
            <a:noFill/>
          </a:ln>
        </p:spPr>
      </p:pic>
      <p:sp>
        <p:nvSpPr>
          <p:cNvPr id="604" name="Google Shape;604;p33"/>
          <p:cNvSpPr/>
          <p:nvPr/>
        </p:nvSpPr>
        <p:spPr>
          <a:xfrm rot="1548197" flipH="1">
            <a:off x="3752959" y="4557313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33"/>
          <p:cNvSpPr/>
          <p:nvPr/>
        </p:nvSpPr>
        <p:spPr>
          <a:xfrm rot="520517" flipH="1">
            <a:off x="4586196" y="4557319"/>
            <a:ext cx="203653" cy="203653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6" name="Google Shape;606;p33"/>
          <p:cNvSpPr/>
          <p:nvPr/>
        </p:nvSpPr>
        <p:spPr>
          <a:xfrm rot="520194" flipH="1">
            <a:off x="4086146" y="4136416"/>
            <a:ext cx="280301" cy="280248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7" name="Google Shape;607;p33"/>
          <p:cNvSpPr/>
          <p:nvPr/>
        </p:nvSpPr>
        <p:spPr>
          <a:xfrm rot="1548197" flipH="1">
            <a:off x="1666009" y="4557313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8" name="Google Shape;608;p33"/>
          <p:cNvSpPr/>
          <p:nvPr/>
        </p:nvSpPr>
        <p:spPr>
          <a:xfrm rot="-318218">
            <a:off x="8103924" y="4050633"/>
            <a:ext cx="389624" cy="406469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9" name="Google Shape;609;p33"/>
          <p:cNvSpPr/>
          <p:nvPr/>
        </p:nvSpPr>
        <p:spPr>
          <a:xfrm rot="-1548197">
            <a:off x="7848155" y="4537338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hf sldNum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2_1">
    <p:spTree>
      <p:nvGrpSpPr>
        <p:cNvPr id="1" name="Shape 6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1" name="Google Shape;611;p34"/>
          <p:cNvPicPr preferRelativeResize="0"/>
          <p:nvPr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7093287" y="304213"/>
            <a:ext cx="1186848" cy="1329299"/>
          </a:xfrm>
          <a:prstGeom prst="rect">
            <a:avLst/>
          </a:prstGeom>
          <a:noFill/>
          <a:ln>
            <a:noFill/>
          </a:ln>
        </p:spPr>
      </p:pic>
      <p:pic>
        <p:nvPicPr>
          <p:cNvPr id="612" name="Google Shape;612;p34"/>
          <p:cNvPicPr preferRelativeResize="0"/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 flipH="1">
            <a:off x="1100375" y="429451"/>
            <a:ext cx="1158125" cy="1052735"/>
          </a:xfrm>
          <a:prstGeom prst="rect">
            <a:avLst/>
          </a:prstGeom>
          <a:noFill/>
          <a:ln>
            <a:noFill/>
          </a:ln>
        </p:spPr>
      </p:pic>
      <p:pic>
        <p:nvPicPr>
          <p:cNvPr id="613" name="Google Shape;613;p34"/>
          <p:cNvPicPr preferRelativeResize="0"/>
          <p:nvPr/>
        </p:nvPicPr>
        <p:blipFill rotWithShape="1">
          <a:blip r:embed="rId4" cstate="screen"/>
          <a:srcRect/>
          <a:stretch>
            <a:fillRect/>
          </a:stretch>
        </p:blipFill>
        <p:spPr>
          <a:xfrm rot="-1162074">
            <a:off x="225043" y="1069350"/>
            <a:ext cx="626645" cy="699601"/>
          </a:xfrm>
          <a:prstGeom prst="rect">
            <a:avLst/>
          </a:prstGeom>
          <a:noFill/>
          <a:ln>
            <a:noFill/>
          </a:ln>
        </p:spPr>
      </p:pic>
      <p:sp>
        <p:nvSpPr>
          <p:cNvPr id="614" name="Google Shape;614;p34"/>
          <p:cNvSpPr/>
          <p:nvPr/>
        </p:nvSpPr>
        <p:spPr>
          <a:xfrm rot="-1548279">
            <a:off x="8372044" y="918021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5" name="Google Shape;615;p34"/>
          <p:cNvSpPr/>
          <p:nvPr/>
        </p:nvSpPr>
        <p:spPr>
          <a:xfrm rot="-1548279">
            <a:off x="5547944" y="4493871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16" name="Google Shape;616;p34"/>
          <p:cNvPicPr preferRelativeResize="0"/>
          <p:nvPr/>
        </p:nvPicPr>
        <p:blipFill rotWithShape="1">
          <a:blip r:embed="rId4" cstate="screen"/>
          <a:srcRect/>
          <a:stretch>
            <a:fillRect/>
          </a:stretch>
        </p:blipFill>
        <p:spPr>
          <a:xfrm rot="-1162074">
            <a:off x="5744918" y="201525"/>
            <a:ext cx="626645" cy="699601"/>
          </a:xfrm>
          <a:prstGeom prst="rect">
            <a:avLst/>
          </a:prstGeom>
          <a:noFill/>
          <a:ln>
            <a:noFill/>
          </a:ln>
        </p:spPr>
      </p:pic>
      <p:sp>
        <p:nvSpPr>
          <p:cNvPr id="617" name="Google Shape;617;p34"/>
          <p:cNvSpPr/>
          <p:nvPr/>
        </p:nvSpPr>
        <p:spPr>
          <a:xfrm rot="-1548197">
            <a:off x="3255996" y="867038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8" name="Google Shape;618;p34"/>
          <p:cNvSpPr/>
          <p:nvPr/>
        </p:nvSpPr>
        <p:spPr>
          <a:xfrm rot="-1548197">
            <a:off x="734709" y="677425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9" name="Google Shape;619;p34"/>
          <p:cNvSpPr/>
          <p:nvPr/>
        </p:nvSpPr>
        <p:spPr>
          <a:xfrm rot="-1548197">
            <a:off x="1006709" y="335425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0" name="Google Shape;620;p34"/>
          <p:cNvSpPr/>
          <p:nvPr/>
        </p:nvSpPr>
        <p:spPr>
          <a:xfrm rot="-1547762">
            <a:off x="7888461" y="4556981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1" name="Google Shape;621;p34"/>
          <p:cNvSpPr/>
          <p:nvPr/>
        </p:nvSpPr>
        <p:spPr>
          <a:xfrm rot="-1548197">
            <a:off x="6711921" y="661188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2" name="Google Shape;622;p34"/>
          <p:cNvSpPr/>
          <p:nvPr/>
        </p:nvSpPr>
        <p:spPr>
          <a:xfrm rot="-1548197">
            <a:off x="1797509" y="4595275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3" name="Google Shape;623;p34"/>
          <p:cNvSpPr/>
          <p:nvPr/>
        </p:nvSpPr>
        <p:spPr>
          <a:xfrm rot="-1548197">
            <a:off x="3723309" y="607413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4" name="Google Shape;624;p34"/>
          <p:cNvSpPr/>
          <p:nvPr/>
        </p:nvSpPr>
        <p:spPr>
          <a:xfrm rot="-1548279">
            <a:off x="775894" y="4222171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25" name="Google Shape;625;p34"/>
          <p:cNvSpPr/>
          <p:nvPr/>
        </p:nvSpPr>
        <p:spPr>
          <a:xfrm rot="-1548197">
            <a:off x="1006709" y="1908785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p:hf sldNum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>
              <a:buClrTx/>
              <a:buFontTx/>
              <a:buNone/>
            </a:pPr>
            <a:fld id="{2E3AAC11-D570-4EA9-AFC0-30FB72BA45EB}" type="datetimeFigureOut">
              <a:rPr lang="zh-CN" altLang="en-US" sz="1800" kern="1200" smtClean="0">
                <a:solidFill>
                  <a:prstClr val="black"/>
                </a:solidFill>
                <a:latin typeface="Calibri"/>
                <a:ea typeface="宋体"/>
                <a:cs typeface="+mn-cs"/>
              </a:rPr>
              <a:pPr>
                <a:buClrTx/>
                <a:buFontTx/>
                <a:buNone/>
              </a:pPr>
              <a:t>2026/3/17</a:t>
            </a:fld>
            <a:endParaRPr lang="zh-CN" altLang="en-US" sz="1800" kern="1200">
              <a:solidFill>
                <a:prstClr val="black"/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pPr>
              <a:buClrTx/>
              <a:buFontTx/>
              <a:buNone/>
            </a:pPr>
            <a:endParaRPr lang="zh-CN" altLang="en-US" sz="1800" kern="1200">
              <a:solidFill>
                <a:prstClr val="black"/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>
              <a:buClrTx/>
              <a:buFontTx/>
              <a:buNone/>
            </a:pPr>
            <a:fld id="{55ECCFAA-F4FB-487C-9F1E-C8836D0C3DC9}" type="slidenum">
              <a:rPr lang="zh-CN" altLang="en-US" sz="1800" kern="1200" smtClean="0">
                <a:solidFill>
                  <a:prstClr val="black"/>
                </a:solidFill>
                <a:latin typeface="Calibri"/>
                <a:ea typeface="宋体"/>
                <a:cs typeface="+mn-cs"/>
              </a:rPr>
              <a:pPr>
                <a:buClrTx/>
                <a:buFontTx/>
                <a:buNone/>
              </a:pPr>
              <a:t>‹#›</a:t>
            </a:fld>
            <a:endParaRPr lang="zh-CN" altLang="en-US" sz="1800" kern="1200">
              <a:solidFill>
                <a:prstClr val="black"/>
              </a:solidFill>
              <a:latin typeface="Calibri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5081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>
              <a:buClrTx/>
              <a:buFontTx/>
              <a:buNone/>
            </a:pPr>
            <a:fld id="{2E3AAC11-D570-4EA9-AFC0-30FB72BA45EB}" type="datetimeFigureOut">
              <a:rPr lang="zh-CN" altLang="en-US" sz="1800" kern="1200" smtClean="0">
                <a:solidFill>
                  <a:prstClr val="black"/>
                </a:solidFill>
                <a:latin typeface="Calibri"/>
                <a:ea typeface="宋体"/>
                <a:cs typeface="+mn-cs"/>
              </a:rPr>
              <a:pPr>
                <a:buClrTx/>
                <a:buFontTx/>
                <a:buNone/>
              </a:pPr>
              <a:t>2026/3/17</a:t>
            </a:fld>
            <a:endParaRPr lang="zh-CN" altLang="en-US" sz="1800" kern="1200">
              <a:solidFill>
                <a:prstClr val="black"/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/>
          <a:lstStyle/>
          <a:p>
            <a:pPr>
              <a:buClrTx/>
              <a:buFontTx/>
              <a:buNone/>
            </a:pPr>
            <a:endParaRPr lang="zh-CN" altLang="en-US" sz="1800" kern="1200">
              <a:solidFill>
                <a:prstClr val="black"/>
              </a:solidFill>
              <a:latin typeface="Calibri"/>
              <a:ea typeface="宋体"/>
              <a:cs typeface="+mn-cs"/>
            </a:endParaRP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/>
          <a:lstStyle/>
          <a:p>
            <a:pPr>
              <a:buClrTx/>
              <a:buFontTx/>
              <a:buNone/>
            </a:pPr>
            <a:fld id="{55ECCFAA-F4FB-487C-9F1E-C8836D0C3DC9}" type="slidenum">
              <a:rPr lang="zh-CN" altLang="en-US" sz="1800" kern="1200" smtClean="0">
                <a:solidFill>
                  <a:prstClr val="black"/>
                </a:solidFill>
                <a:latin typeface="Calibri"/>
                <a:ea typeface="宋体"/>
                <a:cs typeface="+mn-cs"/>
              </a:rPr>
              <a:pPr>
                <a:buClrTx/>
                <a:buFontTx/>
                <a:buNone/>
              </a:pPr>
              <a:t>‹#›</a:t>
            </a:fld>
            <a:endParaRPr lang="zh-CN" altLang="en-US" sz="1800" kern="1200">
              <a:solidFill>
                <a:prstClr val="black"/>
              </a:solidFill>
              <a:latin typeface="Calibri"/>
              <a:ea typeface="宋体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440792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9889160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图片占位符 6"/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9144000" cy="5143500"/>
          </a:xfrm>
        </p:spPr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689039"/>
      </p:ext>
    </p:extLst>
  </p:cSld>
  <p:clrMapOvr>
    <a:masterClrMapping/>
  </p:clrMapOvr>
  <p:hf sldNum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0" y="1"/>
            <a:ext cx="3781697" cy="2571750"/>
          </a:xfrm>
          <a:custGeom>
            <a:avLst/>
            <a:gdLst>
              <a:gd name="connsiteX0" fmla="*/ 0 w 5042262"/>
              <a:gd name="connsiteY0" fmla="*/ 0 h 3429000"/>
              <a:gd name="connsiteX1" fmla="*/ 5042262 w 5042262"/>
              <a:gd name="connsiteY1" fmla="*/ 0 h 3429000"/>
              <a:gd name="connsiteX2" fmla="*/ 5042262 w 5042262"/>
              <a:gd name="connsiteY2" fmla="*/ 3429000 h 3429000"/>
              <a:gd name="connsiteX3" fmla="*/ 0 w 504226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2262" h="3429000">
                <a:moveTo>
                  <a:pt x="0" y="0"/>
                </a:moveTo>
                <a:lnTo>
                  <a:pt x="5042262" y="0"/>
                </a:lnTo>
                <a:lnTo>
                  <a:pt x="5042262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0" name="Picture Placeholder 9"/>
          <p:cNvSpPr>
            <a:spLocks noGrp="1"/>
          </p:cNvSpPr>
          <p:nvPr>
            <p:ph type="pic" sz="quarter" idx="11"/>
          </p:nvPr>
        </p:nvSpPr>
        <p:spPr>
          <a:xfrm>
            <a:off x="1" y="2571750"/>
            <a:ext cx="3781697" cy="2571750"/>
          </a:xfrm>
          <a:custGeom>
            <a:avLst/>
            <a:gdLst>
              <a:gd name="connsiteX0" fmla="*/ 0 w 5042262"/>
              <a:gd name="connsiteY0" fmla="*/ 0 h 3429000"/>
              <a:gd name="connsiteX1" fmla="*/ 5042262 w 5042262"/>
              <a:gd name="connsiteY1" fmla="*/ 0 h 3429000"/>
              <a:gd name="connsiteX2" fmla="*/ 5042262 w 5042262"/>
              <a:gd name="connsiteY2" fmla="*/ 3429000 h 3429000"/>
              <a:gd name="connsiteX3" fmla="*/ 0 w 504226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2262" h="3429000">
                <a:moveTo>
                  <a:pt x="0" y="0"/>
                </a:moveTo>
                <a:lnTo>
                  <a:pt x="5042262" y="0"/>
                </a:lnTo>
                <a:lnTo>
                  <a:pt x="5042262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3292721"/>
      </p:ext>
    </p:extLst>
  </p:cSld>
  <p:clrMapOvr>
    <a:masterClrMapping/>
  </p:clrMapOvr>
  <p:transition spd="slow" advClick="0">
    <p:wipe/>
  </p:transition>
  <p:hf sldNum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2"/>
          </p:nvPr>
        </p:nvSpPr>
        <p:spPr>
          <a:xfrm>
            <a:off x="4635414" y="474082"/>
            <a:ext cx="3984439" cy="2030288"/>
          </a:xfrm>
          <a:custGeom>
            <a:avLst/>
            <a:gdLst>
              <a:gd name="connsiteX0" fmla="*/ 0 w 5312585"/>
              <a:gd name="connsiteY0" fmla="*/ 0 h 2707050"/>
              <a:gd name="connsiteX1" fmla="*/ 5312585 w 5312585"/>
              <a:gd name="connsiteY1" fmla="*/ 0 h 2707050"/>
              <a:gd name="connsiteX2" fmla="*/ 5312585 w 5312585"/>
              <a:gd name="connsiteY2" fmla="*/ 2707050 h 2707050"/>
              <a:gd name="connsiteX3" fmla="*/ 0 w 5312585"/>
              <a:gd name="connsiteY3" fmla="*/ 2707050 h 270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2585" h="2707050">
                <a:moveTo>
                  <a:pt x="0" y="0"/>
                </a:moveTo>
                <a:lnTo>
                  <a:pt x="5312585" y="0"/>
                </a:lnTo>
                <a:lnTo>
                  <a:pt x="5312585" y="2707050"/>
                </a:lnTo>
                <a:lnTo>
                  <a:pt x="0" y="2707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4" name="Picture Placeholder 13"/>
          <p:cNvSpPr>
            <a:spLocks noGrp="1"/>
          </p:cNvSpPr>
          <p:nvPr>
            <p:ph type="pic" sz="quarter" idx="13"/>
          </p:nvPr>
        </p:nvSpPr>
        <p:spPr>
          <a:xfrm>
            <a:off x="4635414" y="2639129"/>
            <a:ext cx="3984439" cy="2030288"/>
          </a:xfrm>
          <a:custGeom>
            <a:avLst/>
            <a:gdLst>
              <a:gd name="connsiteX0" fmla="*/ 0 w 5312585"/>
              <a:gd name="connsiteY0" fmla="*/ 0 h 2707050"/>
              <a:gd name="connsiteX1" fmla="*/ 5312585 w 5312585"/>
              <a:gd name="connsiteY1" fmla="*/ 0 h 2707050"/>
              <a:gd name="connsiteX2" fmla="*/ 5312585 w 5312585"/>
              <a:gd name="connsiteY2" fmla="*/ 2707050 h 2707050"/>
              <a:gd name="connsiteX3" fmla="*/ 0 w 5312585"/>
              <a:gd name="connsiteY3" fmla="*/ 2707050 h 270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2585" h="2707050">
                <a:moveTo>
                  <a:pt x="0" y="0"/>
                </a:moveTo>
                <a:lnTo>
                  <a:pt x="5312585" y="0"/>
                </a:lnTo>
                <a:lnTo>
                  <a:pt x="5312585" y="2707050"/>
                </a:lnTo>
                <a:lnTo>
                  <a:pt x="0" y="2707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524148" y="474082"/>
            <a:ext cx="3984439" cy="2030288"/>
          </a:xfrm>
          <a:custGeom>
            <a:avLst/>
            <a:gdLst>
              <a:gd name="connsiteX0" fmla="*/ 0 w 5312585"/>
              <a:gd name="connsiteY0" fmla="*/ 0 h 2707050"/>
              <a:gd name="connsiteX1" fmla="*/ 5312585 w 5312585"/>
              <a:gd name="connsiteY1" fmla="*/ 0 h 2707050"/>
              <a:gd name="connsiteX2" fmla="*/ 5312585 w 5312585"/>
              <a:gd name="connsiteY2" fmla="*/ 2707050 h 2707050"/>
              <a:gd name="connsiteX3" fmla="*/ 0 w 5312585"/>
              <a:gd name="connsiteY3" fmla="*/ 2707050 h 270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2585" h="2707050">
                <a:moveTo>
                  <a:pt x="0" y="0"/>
                </a:moveTo>
                <a:lnTo>
                  <a:pt x="5312585" y="0"/>
                </a:lnTo>
                <a:lnTo>
                  <a:pt x="5312585" y="2707050"/>
                </a:lnTo>
                <a:lnTo>
                  <a:pt x="0" y="2707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524148" y="2639130"/>
            <a:ext cx="3984439" cy="2030288"/>
          </a:xfrm>
          <a:custGeom>
            <a:avLst/>
            <a:gdLst>
              <a:gd name="connsiteX0" fmla="*/ 0 w 5312585"/>
              <a:gd name="connsiteY0" fmla="*/ 0 h 2707050"/>
              <a:gd name="connsiteX1" fmla="*/ 5312585 w 5312585"/>
              <a:gd name="connsiteY1" fmla="*/ 0 h 2707050"/>
              <a:gd name="connsiteX2" fmla="*/ 5312585 w 5312585"/>
              <a:gd name="connsiteY2" fmla="*/ 2707050 h 2707050"/>
              <a:gd name="connsiteX3" fmla="*/ 0 w 5312585"/>
              <a:gd name="connsiteY3" fmla="*/ 2707050 h 27070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312585" h="2707050">
                <a:moveTo>
                  <a:pt x="0" y="0"/>
                </a:moveTo>
                <a:lnTo>
                  <a:pt x="5312585" y="0"/>
                </a:lnTo>
                <a:lnTo>
                  <a:pt x="5312585" y="2707050"/>
                </a:lnTo>
                <a:lnTo>
                  <a:pt x="0" y="270705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6" name="Picture Placeholder 15"/>
          <p:cNvSpPr>
            <a:spLocks noGrp="1"/>
          </p:cNvSpPr>
          <p:nvPr>
            <p:ph type="pic" sz="quarter" idx="14"/>
          </p:nvPr>
        </p:nvSpPr>
        <p:spPr>
          <a:xfrm>
            <a:off x="2579490" y="473869"/>
            <a:ext cx="3985022" cy="4669631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3715215"/>
      </p:ext>
    </p:extLst>
  </p:cSld>
  <p:clrMapOvr>
    <a:masterClrMapping/>
  </p:clrMapOvr>
  <p:transition spd="slow" advClick="0">
    <p:wipe/>
  </p:transition>
  <p:hf sldNum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0"/>
          </p:nvPr>
        </p:nvSpPr>
        <p:spPr>
          <a:xfrm>
            <a:off x="1622182" y="659424"/>
            <a:ext cx="2807717" cy="4484077"/>
          </a:xfrm>
          <a:custGeom>
            <a:avLst/>
            <a:gdLst>
              <a:gd name="connsiteX0" fmla="*/ 0 w 3113903"/>
              <a:gd name="connsiteY0" fmla="*/ 0 h 4973597"/>
              <a:gd name="connsiteX1" fmla="*/ 3113903 w 3113903"/>
              <a:gd name="connsiteY1" fmla="*/ 0 h 4973597"/>
              <a:gd name="connsiteX2" fmla="*/ 3113903 w 3113903"/>
              <a:gd name="connsiteY2" fmla="*/ 4973597 h 4973597"/>
              <a:gd name="connsiteX3" fmla="*/ 0 w 3113903"/>
              <a:gd name="connsiteY3" fmla="*/ 4973597 h 4973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13903" h="4973597">
                <a:moveTo>
                  <a:pt x="0" y="0"/>
                </a:moveTo>
                <a:lnTo>
                  <a:pt x="3113903" y="0"/>
                </a:lnTo>
                <a:lnTo>
                  <a:pt x="3113903" y="4973597"/>
                </a:lnTo>
                <a:lnTo>
                  <a:pt x="0" y="4973597"/>
                </a:lnTo>
                <a:close/>
              </a:path>
            </a:pathLst>
          </a:custGeom>
          <a:solidFill>
            <a:schemeClr val="bg1"/>
          </a:solidFill>
          <a:effectLst/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1105649" y="1579417"/>
            <a:ext cx="921134" cy="921134"/>
          </a:xfrm>
          <a:custGeom>
            <a:avLst/>
            <a:gdLst>
              <a:gd name="connsiteX0" fmla="*/ 614089 w 1228178"/>
              <a:gd name="connsiteY0" fmla="*/ 0 h 1228178"/>
              <a:gd name="connsiteX1" fmla="*/ 1228178 w 1228178"/>
              <a:gd name="connsiteY1" fmla="*/ 614089 h 1228178"/>
              <a:gd name="connsiteX2" fmla="*/ 614089 w 1228178"/>
              <a:gd name="connsiteY2" fmla="*/ 1228178 h 1228178"/>
              <a:gd name="connsiteX3" fmla="*/ 0 w 1228178"/>
              <a:gd name="connsiteY3" fmla="*/ 614089 h 1228178"/>
              <a:gd name="connsiteX4" fmla="*/ 614089 w 1228178"/>
              <a:gd name="connsiteY4" fmla="*/ 0 h 1228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8178" h="1228178">
                <a:moveTo>
                  <a:pt x="614089" y="0"/>
                </a:moveTo>
                <a:cubicBezTo>
                  <a:pt x="953241" y="0"/>
                  <a:pt x="1228178" y="274937"/>
                  <a:pt x="1228178" y="614089"/>
                </a:cubicBezTo>
                <a:cubicBezTo>
                  <a:pt x="1228178" y="953241"/>
                  <a:pt x="953241" y="1228178"/>
                  <a:pt x="614089" y="1228178"/>
                </a:cubicBezTo>
                <a:cubicBezTo>
                  <a:pt x="274937" y="1228178"/>
                  <a:pt x="0" y="953241"/>
                  <a:pt x="0" y="614089"/>
                </a:cubicBezTo>
                <a:cubicBezTo>
                  <a:pt x="0" y="274937"/>
                  <a:pt x="274937" y="0"/>
                  <a:pt x="614089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8853106"/>
      </p:ext>
    </p:extLst>
  </p:cSld>
  <p:clrMapOvr>
    <a:masterClrMapping/>
  </p:clrMapOvr>
  <p:transition spd="slow">
    <p:wipe/>
  </p:transition>
  <p:hf sldNum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01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4"/>
          <p:cNvSpPr>
            <a:spLocks noGrp="1"/>
          </p:cNvSpPr>
          <p:nvPr>
            <p:ph type="pic" sz="quarter" idx="10"/>
          </p:nvPr>
        </p:nvSpPr>
        <p:spPr>
          <a:xfrm>
            <a:off x="-1" y="3244755"/>
            <a:ext cx="3044953" cy="189874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5" name="Picture Placeholder 4"/>
          <p:cNvSpPr>
            <a:spLocks noGrp="1"/>
          </p:cNvSpPr>
          <p:nvPr>
            <p:ph type="pic" sz="quarter" idx="11"/>
          </p:nvPr>
        </p:nvSpPr>
        <p:spPr>
          <a:xfrm>
            <a:off x="3049524" y="3244755"/>
            <a:ext cx="3044952" cy="189874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7" name="Picture Placeholder 4"/>
          <p:cNvSpPr>
            <a:spLocks noGrp="1"/>
          </p:cNvSpPr>
          <p:nvPr>
            <p:ph type="pic" sz="quarter" idx="13"/>
          </p:nvPr>
        </p:nvSpPr>
        <p:spPr>
          <a:xfrm>
            <a:off x="4893" y="0"/>
            <a:ext cx="4572000" cy="3244755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5757303"/>
      </p:ext>
    </p:extLst>
  </p:cSld>
  <p:clrMapOvr>
    <a:masterClrMapping/>
  </p:clrMapOvr>
  <p:transition spd="slow" advClick="0">
    <p:wipe/>
  </p:transition>
  <p:hf sldNum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icture Placeholder 17"/>
          <p:cNvSpPr>
            <a:spLocks noGrp="1"/>
          </p:cNvSpPr>
          <p:nvPr>
            <p:ph type="pic" sz="quarter" idx="11"/>
          </p:nvPr>
        </p:nvSpPr>
        <p:spPr>
          <a:xfrm>
            <a:off x="2700283" y="900403"/>
            <a:ext cx="1524000" cy="1567544"/>
          </a:xfrm>
          <a:custGeom>
            <a:avLst/>
            <a:gdLst>
              <a:gd name="connsiteX0" fmla="*/ 0 w 5042262"/>
              <a:gd name="connsiteY0" fmla="*/ 0 h 3429000"/>
              <a:gd name="connsiteX1" fmla="*/ 5042262 w 5042262"/>
              <a:gd name="connsiteY1" fmla="*/ 0 h 3429000"/>
              <a:gd name="connsiteX2" fmla="*/ 5042262 w 5042262"/>
              <a:gd name="connsiteY2" fmla="*/ 3429000 h 3429000"/>
              <a:gd name="connsiteX3" fmla="*/ 0 w 504226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2262" h="3429000">
                <a:moveTo>
                  <a:pt x="0" y="0"/>
                </a:moveTo>
                <a:lnTo>
                  <a:pt x="5042262" y="0"/>
                </a:lnTo>
                <a:lnTo>
                  <a:pt x="5042262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 dirty="0"/>
          </a:p>
        </p:txBody>
      </p:sp>
      <p:sp>
        <p:nvSpPr>
          <p:cNvPr id="19" name="Picture Placeholder 18"/>
          <p:cNvSpPr>
            <a:spLocks noGrp="1"/>
          </p:cNvSpPr>
          <p:nvPr>
            <p:ph type="pic" sz="quarter" idx="12"/>
          </p:nvPr>
        </p:nvSpPr>
        <p:spPr>
          <a:xfrm>
            <a:off x="4701224" y="642412"/>
            <a:ext cx="1524000" cy="1567544"/>
          </a:xfrm>
          <a:custGeom>
            <a:avLst/>
            <a:gdLst>
              <a:gd name="connsiteX0" fmla="*/ 0 w 5042262"/>
              <a:gd name="connsiteY0" fmla="*/ 0 h 3429000"/>
              <a:gd name="connsiteX1" fmla="*/ 5042262 w 5042262"/>
              <a:gd name="connsiteY1" fmla="*/ 0 h 3429000"/>
              <a:gd name="connsiteX2" fmla="*/ 5042262 w 5042262"/>
              <a:gd name="connsiteY2" fmla="*/ 3429000 h 3429000"/>
              <a:gd name="connsiteX3" fmla="*/ 0 w 504226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2262" h="3429000">
                <a:moveTo>
                  <a:pt x="0" y="0"/>
                </a:moveTo>
                <a:lnTo>
                  <a:pt x="5042262" y="0"/>
                </a:lnTo>
                <a:lnTo>
                  <a:pt x="5042262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/>
          </p:nvPr>
        </p:nvSpPr>
        <p:spPr>
          <a:xfrm>
            <a:off x="6680391" y="900403"/>
            <a:ext cx="1524000" cy="1567544"/>
          </a:xfrm>
          <a:custGeom>
            <a:avLst/>
            <a:gdLst>
              <a:gd name="connsiteX0" fmla="*/ 0 w 5042262"/>
              <a:gd name="connsiteY0" fmla="*/ 0 h 3429000"/>
              <a:gd name="connsiteX1" fmla="*/ 5042262 w 5042262"/>
              <a:gd name="connsiteY1" fmla="*/ 0 h 3429000"/>
              <a:gd name="connsiteX2" fmla="*/ 5042262 w 5042262"/>
              <a:gd name="connsiteY2" fmla="*/ 3429000 h 3429000"/>
              <a:gd name="connsiteX3" fmla="*/ 0 w 504226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2262" h="3429000">
                <a:moveTo>
                  <a:pt x="0" y="0"/>
                </a:moveTo>
                <a:lnTo>
                  <a:pt x="5042262" y="0"/>
                </a:lnTo>
                <a:lnTo>
                  <a:pt x="5042262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8" name="Picture Placeholder 7"/>
          <p:cNvSpPr>
            <a:spLocks noGrp="1"/>
          </p:cNvSpPr>
          <p:nvPr>
            <p:ph type="pic" sz="quarter" idx="10"/>
          </p:nvPr>
        </p:nvSpPr>
        <p:spPr>
          <a:xfrm>
            <a:off x="721115" y="642412"/>
            <a:ext cx="1524000" cy="1567544"/>
          </a:xfrm>
          <a:custGeom>
            <a:avLst/>
            <a:gdLst>
              <a:gd name="connsiteX0" fmla="*/ 0 w 5042262"/>
              <a:gd name="connsiteY0" fmla="*/ 0 h 3429000"/>
              <a:gd name="connsiteX1" fmla="*/ 5042262 w 5042262"/>
              <a:gd name="connsiteY1" fmla="*/ 0 h 3429000"/>
              <a:gd name="connsiteX2" fmla="*/ 5042262 w 5042262"/>
              <a:gd name="connsiteY2" fmla="*/ 3429000 h 3429000"/>
              <a:gd name="connsiteX3" fmla="*/ 0 w 5042262"/>
              <a:gd name="connsiteY3" fmla="*/ 3429000 h 3429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042262" h="3429000">
                <a:moveTo>
                  <a:pt x="0" y="0"/>
                </a:moveTo>
                <a:lnTo>
                  <a:pt x="5042262" y="0"/>
                </a:lnTo>
                <a:lnTo>
                  <a:pt x="5042262" y="3429000"/>
                </a:lnTo>
                <a:lnTo>
                  <a:pt x="0" y="3429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3533370"/>
      </p:ext>
    </p:extLst>
  </p:cSld>
  <p:clrMapOvr>
    <a:masterClrMapping/>
  </p:clrMapOvr>
  <p:transition spd="slow" advClick="0">
    <p:wipe/>
  </p:transition>
  <p:hf sldNum="0" ftr="0" dt="0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01304" y="1645444"/>
            <a:ext cx="7341394" cy="3498056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834258"/>
      </p:ext>
    </p:extLst>
  </p:cSld>
  <p:clrMapOvr>
    <a:masterClrMapping/>
  </p:clrMapOvr>
  <p:transition spd="slow" advClick="0">
    <p:wipe/>
  </p:transition>
  <p:hf sldNum="0" ftr="0" dt="0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sz="quarter" idx="11"/>
          </p:nvPr>
        </p:nvSpPr>
        <p:spPr>
          <a:xfrm>
            <a:off x="982950" y="928858"/>
            <a:ext cx="2935911" cy="3285785"/>
          </a:xfrm>
          <a:prstGeom prst="rect">
            <a:avLst/>
          </a:prstGeom>
          <a:solidFill>
            <a:schemeClr val="bg1"/>
          </a:solidFill>
          <a:effectLst>
            <a:outerShdw blurRad="1054100" sx="102000" sy="102000" algn="ctr" rotWithShape="0">
              <a:prstClr val="black">
                <a:alpha val="28000"/>
              </a:prstClr>
            </a:outerShdw>
          </a:effectLst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1859509"/>
      </p:ext>
    </p:extLst>
  </p:cSld>
  <p:clrMapOvr>
    <a:masterClrMapping/>
  </p:clrMapOvr>
  <p:transition spd="slow" advClick="0">
    <p:wipe/>
  </p:transition>
  <p:hf sldNum="0" ftr="0" dt="0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9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5"/>
          <p:cNvSpPr>
            <a:spLocks noGrp="1"/>
          </p:cNvSpPr>
          <p:nvPr>
            <p:ph type="pic" sz="quarter" idx="10"/>
          </p:nvPr>
        </p:nvSpPr>
        <p:spPr>
          <a:xfrm>
            <a:off x="381308" y="332352"/>
            <a:ext cx="2303859" cy="2130623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14" name="Picture Placeholder 5"/>
          <p:cNvSpPr>
            <a:spLocks noGrp="1"/>
          </p:cNvSpPr>
          <p:nvPr>
            <p:ph type="pic" sz="quarter" idx="12"/>
          </p:nvPr>
        </p:nvSpPr>
        <p:spPr>
          <a:xfrm>
            <a:off x="6462358" y="332353"/>
            <a:ext cx="2303859" cy="2130623"/>
          </a:xfrm>
          <a:prstGeom prst="rect">
            <a:avLst/>
          </a:prstGeom>
          <a:noFill/>
        </p:spPr>
        <p:txBody>
          <a:bodyPr/>
          <a:lstStyle/>
          <a:p>
            <a:endParaRPr lang="en-US"/>
          </a:p>
        </p:txBody>
      </p:sp>
      <p:sp>
        <p:nvSpPr>
          <p:cNvPr id="16" name="Picture Placeholder 5"/>
          <p:cNvSpPr>
            <a:spLocks noGrp="1"/>
          </p:cNvSpPr>
          <p:nvPr>
            <p:ph type="pic" sz="quarter" idx="14"/>
          </p:nvPr>
        </p:nvSpPr>
        <p:spPr>
          <a:xfrm>
            <a:off x="4041123" y="2513540"/>
            <a:ext cx="3659815" cy="2127968"/>
          </a:xfrm>
          <a:prstGeom prst="rect">
            <a:avLst/>
          </a:prstGeom>
          <a:noFill/>
        </p:spPr>
        <p:txBody>
          <a:bodyPr/>
          <a:lstStyle/>
          <a:p>
            <a:endParaRPr lang="en-US" dirty="0"/>
          </a:p>
        </p:txBody>
      </p:sp>
      <p:sp>
        <p:nvSpPr>
          <p:cNvPr id="17" name="Picture Placeholder 5"/>
          <p:cNvSpPr>
            <a:spLocks noGrp="1"/>
          </p:cNvSpPr>
          <p:nvPr>
            <p:ph type="pic" sz="quarter" idx="15"/>
          </p:nvPr>
        </p:nvSpPr>
        <p:spPr>
          <a:xfrm>
            <a:off x="381309" y="2524089"/>
            <a:ext cx="3659815" cy="2127968"/>
          </a:xfrm>
          <a:prstGeom prst="rect">
            <a:avLst/>
          </a:prstGeom>
          <a:noFill/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3104693"/>
      </p:ext>
    </p:extLst>
  </p:cSld>
  <p:clrMapOvr>
    <a:masterClrMapping/>
  </p:clrMapOvr>
  <p:transition spd="slow" advClick="0">
    <p:wipe/>
  </p:transition>
  <p:hf sldNum="0" ftr="0" dt="0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/>
          <p:cNvSpPr>
            <a:spLocks noGrp="1"/>
          </p:cNvSpPr>
          <p:nvPr>
            <p:ph type="pic" sz="quarter" idx="10"/>
          </p:nvPr>
        </p:nvSpPr>
        <p:spPr>
          <a:xfrm>
            <a:off x="654273" y="1511440"/>
            <a:ext cx="1917701" cy="2018243"/>
          </a:xfrm>
          <a:custGeom>
            <a:avLst/>
            <a:gdLst>
              <a:gd name="connsiteX0" fmla="*/ 0 w 2556934"/>
              <a:gd name="connsiteY0" fmla="*/ 0 h 2690990"/>
              <a:gd name="connsiteX1" fmla="*/ 2556934 w 2556934"/>
              <a:gd name="connsiteY1" fmla="*/ 0 h 2690990"/>
              <a:gd name="connsiteX2" fmla="*/ 2556934 w 2556934"/>
              <a:gd name="connsiteY2" fmla="*/ 2152792 h 2690990"/>
              <a:gd name="connsiteX3" fmla="*/ 0 w 2556934"/>
              <a:gd name="connsiteY3" fmla="*/ 2690990 h 2690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934" h="2690990">
                <a:moveTo>
                  <a:pt x="0" y="0"/>
                </a:moveTo>
                <a:lnTo>
                  <a:pt x="2556934" y="0"/>
                </a:lnTo>
                <a:lnTo>
                  <a:pt x="2556934" y="2152792"/>
                </a:lnTo>
                <a:lnTo>
                  <a:pt x="0" y="26909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2" name="Picture Placeholder 11"/>
          <p:cNvSpPr>
            <a:spLocks noGrp="1"/>
          </p:cNvSpPr>
          <p:nvPr>
            <p:ph type="pic" sz="quarter" idx="11"/>
          </p:nvPr>
        </p:nvSpPr>
        <p:spPr>
          <a:xfrm>
            <a:off x="3397473" y="1511440"/>
            <a:ext cx="1917701" cy="2018243"/>
          </a:xfrm>
          <a:custGeom>
            <a:avLst/>
            <a:gdLst>
              <a:gd name="connsiteX0" fmla="*/ 0 w 2556934"/>
              <a:gd name="connsiteY0" fmla="*/ 0 h 2690990"/>
              <a:gd name="connsiteX1" fmla="*/ 2556934 w 2556934"/>
              <a:gd name="connsiteY1" fmla="*/ 0 h 2690990"/>
              <a:gd name="connsiteX2" fmla="*/ 2556934 w 2556934"/>
              <a:gd name="connsiteY2" fmla="*/ 2152792 h 2690990"/>
              <a:gd name="connsiteX3" fmla="*/ 0 w 2556934"/>
              <a:gd name="connsiteY3" fmla="*/ 2690990 h 2690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934" h="2690990">
                <a:moveTo>
                  <a:pt x="0" y="0"/>
                </a:moveTo>
                <a:lnTo>
                  <a:pt x="2556934" y="0"/>
                </a:lnTo>
                <a:lnTo>
                  <a:pt x="2556934" y="2152792"/>
                </a:lnTo>
                <a:lnTo>
                  <a:pt x="0" y="26909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  <p:sp>
        <p:nvSpPr>
          <p:cNvPr id="15" name="Picture Placeholder 14"/>
          <p:cNvSpPr>
            <a:spLocks noGrp="1"/>
          </p:cNvSpPr>
          <p:nvPr>
            <p:ph type="pic" sz="quarter" idx="12"/>
          </p:nvPr>
        </p:nvSpPr>
        <p:spPr>
          <a:xfrm>
            <a:off x="6140672" y="1512497"/>
            <a:ext cx="1917701" cy="2018243"/>
          </a:xfrm>
          <a:custGeom>
            <a:avLst/>
            <a:gdLst>
              <a:gd name="connsiteX0" fmla="*/ 0 w 2556934"/>
              <a:gd name="connsiteY0" fmla="*/ 0 h 2690990"/>
              <a:gd name="connsiteX1" fmla="*/ 2556934 w 2556934"/>
              <a:gd name="connsiteY1" fmla="*/ 0 h 2690990"/>
              <a:gd name="connsiteX2" fmla="*/ 2556934 w 2556934"/>
              <a:gd name="connsiteY2" fmla="*/ 2152792 h 2690990"/>
              <a:gd name="connsiteX3" fmla="*/ 0 w 2556934"/>
              <a:gd name="connsiteY3" fmla="*/ 2690990 h 26909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556934" h="2690990">
                <a:moveTo>
                  <a:pt x="0" y="0"/>
                </a:moveTo>
                <a:lnTo>
                  <a:pt x="2556934" y="0"/>
                </a:lnTo>
                <a:lnTo>
                  <a:pt x="2556934" y="2152792"/>
                </a:lnTo>
                <a:lnTo>
                  <a:pt x="0" y="269099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882226"/>
      </p:ext>
    </p:extLst>
  </p:cSld>
  <p:clrMapOvr>
    <a:masterClrMapping/>
  </p:clrMapOvr>
  <p:transition spd="slow">
    <p:wipe/>
  </p:transition>
  <p:hf sldNum="0" ftr="0" dt="0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/>
          </p:nvPr>
        </p:nvSpPr>
        <p:spPr>
          <a:xfrm>
            <a:off x="-2" y="-1"/>
            <a:ext cx="4161560" cy="5143500"/>
          </a:xfrm>
          <a:custGeom>
            <a:avLst/>
            <a:gdLst>
              <a:gd name="connsiteX0" fmla="*/ 0 w 5548746"/>
              <a:gd name="connsiteY0" fmla="*/ 0 h 6858000"/>
              <a:gd name="connsiteX1" fmla="*/ 1173773 w 5548746"/>
              <a:gd name="connsiteY1" fmla="*/ 0 h 6858000"/>
              <a:gd name="connsiteX2" fmla="*/ 3361260 w 5548746"/>
              <a:gd name="connsiteY2" fmla="*/ 0 h 6858000"/>
              <a:gd name="connsiteX3" fmla="*/ 5548746 w 5548746"/>
              <a:gd name="connsiteY3" fmla="*/ 3429000 h 6858000"/>
              <a:gd name="connsiteX4" fmla="*/ 3361260 w 5548746"/>
              <a:gd name="connsiteY4" fmla="*/ 6858000 h 6858000"/>
              <a:gd name="connsiteX5" fmla="*/ 1173773 w 5548746"/>
              <a:gd name="connsiteY5" fmla="*/ 6858000 h 6858000"/>
              <a:gd name="connsiteX6" fmla="*/ 0 w 5548746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548746" h="6858000">
                <a:moveTo>
                  <a:pt x="0" y="0"/>
                </a:moveTo>
                <a:lnTo>
                  <a:pt x="1173773" y="0"/>
                </a:lnTo>
                <a:lnTo>
                  <a:pt x="3361260" y="0"/>
                </a:lnTo>
                <a:cubicBezTo>
                  <a:pt x="4569375" y="0"/>
                  <a:pt x="5548746" y="1535216"/>
                  <a:pt x="5548746" y="3429000"/>
                </a:cubicBezTo>
                <a:cubicBezTo>
                  <a:pt x="5548746" y="5322784"/>
                  <a:pt x="4569375" y="6858000"/>
                  <a:pt x="3361260" y="6858000"/>
                </a:cubicBezTo>
                <a:lnTo>
                  <a:pt x="1173773" y="6858000"/>
                </a:lnTo>
                <a:lnTo>
                  <a:pt x="0" y="685800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4654907"/>
      </p:ext>
    </p:extLst>
  </p:cSld>
  <p:clrMapOvr>
    <a:masterClrMapping/>
  </p:clrMapOvr>
  <p:transition spd="slow">
    <p:wipe/>
  </p:transition>
  <p:hf sldNum="0" ftr="0" dt="0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A4BD-9A14-4452-93F0-5A1A32711AC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E7CA3-5801-4D4E-A93F-4DA256C4CA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838190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5_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ACA4BD-9A14-4452-93F0-5A1A32711AC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EE7CA3-5801-4D4E-A93F-4DA256C4CA9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6" name="TextBox 5"/>
          <p:cNvSpPr txBox="1"/>
          <p:nvPr userDrawn="1"/>
        </p:nvSpPr>
        <p:spPr>
          <a:xfrm>
            <a:off x="340238" y="1"/>
            <a:ext cx="405045" cy="1492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</p:spTree>
    <p:extLst>
      <p:ext uri="{BB962C8B-B14F-4D97-AF65-F5344CB8AC3E}">
        <p14:creationId xmlns:p14="http://schemas.microsoft.com/office/powerpoint/2010/main" val="2992495709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1"/>
          </p:nvPr>
        </p:nvSpPr>
        <p:spPr>
          <a:xfrm>
            <a:off x="1397976" y="1718895"/>
            <a:ext cx="1846385" cy="2426678"/>
          </a:xfrm>
          <a:custGeom>
            <a:avLst/>
            <a:gdLst>
              <a:gd name="connsiteX0" fmla="*/ 0 w 2461846"/>
              <a:gd name="connsiteY0" fmla="*/ 0 h 3235570"/>
              <a:gd name="connsiteX1" fmla="*/ 2461846 w 2461846"/>
              <a:gd name="connsiteY1" fmla="*/ 0 h 3235570"/>
              <a:gd name="connsiteX2" fmla="*/ 2461846 w 2461846"/>
              <a:gd name="connsiteY2" fmla="*/ 3235570 h 3235570"/>
              <a:gd name="connsiteX3" fmla="*/ 0 w 2461846"/>
              <a:gd name="connsiteY3" fmla="*/ 3235570 h 323557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461846" h="3235570">
                <a:moveTo>
                  <a:pt x="0" y="0"/>
                </a:moveTo>
                <a:lnTo>
                  <a:pt x="2461846" y="0"/>
                </a:lnTo>
                <a:lnTo>
                  <a:pt x="2461846" y="3235570"/>
                </a:lnTo>
                <a:lnTo>
                  <a:pt x="0" y="3235570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4793789"/>
      </p:ext>
    </p:extLst>
  </p:cSld>
  <p:clrMapOvr>
    <a:masterClrMapping/>
  </p:clrMapOvr>
  <p:transition spd="slow">
    <p:wipe/>
  </p:transition>
  <p:hf sldNum="0" ftr="0" dt="0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6"/>
          <p:cNvSpPr>
            <a:spLocks noGrp="1"/>
          </p:cNvSpPr>
          <p:nvPr>
            <p:ph type="pic" sz="quarter" idx="10"/>
          </p:nvPr>
        </p:nvSpPr>
        <p:spPr>
          <a:xfrm>
            <a:off x="1756063" y="1319645"/>
            <a:ext cx="2670464" cy="2462646"/>
          </a:xfrm>
          <a:custGeom>
            <a:avLst/>
            <a:gdLst>
              <a:gd name="connsiteX0" fmla="*/ 0 w 3560618"/>
              <a:gd name="connsiteY0" fmla="*/ 0 h 3283528"/>
              <a:gd name="connsiteX1" fmla="*/ 3560618 w 3560618"/>
              <a:gd name="connsiteY1" fmla="*/ 0 h 3283528"/>
              <a:gd name="connsiteX2" fmla="*/ 3560618 w 3560618"/>
              <a:gd name="connsiteY2" fmla="*/ 3283528 h 3283528"/>
              <a:gd name="connsiteX3" fmla="*/ 0 w 3560618"/>
              <a:gd name="connsiteY3" fmla="*/ 3283528 h 328352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60618" h="3283528">
                <a:moveTo>
                  <a:pt x="0" y="0"/>
                </a:moveTo>
                <a:lnTo>
                  <a:pt x="3560618" y="0"/>
                </a:lnTo>
                <a:lnTo>
                  <a:pt x="3560618" y="3283528"/>
                </a:lnTo>
                <a:lnTo>
                  <a:pt x="0" y="3283528"/>
                </a:ln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318821"/>
      </p:ext>
    </p:extLst>
  </p:cSld>
  <p:clrMapOvr>
    <a:masterClrMapping/>
  </p:clrMapOvr>
  <p:transition spd="slow">
    <p:wipe/>
  </p:transition>
  <p:hf sldNum="0" ftr="0" dt="0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Holder 0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1"/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4572000" cy="5143500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sp>
    </p:spTree>
    <p:extLst>
      <p:ext uri="{BB962C8B-B14F-4D97-AF65-F5344CB8AC3E}">
        <p14:creationId xmlns:p14="http://schemas.microsoft.com/office/powerpoint/2010/main" val="1465862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Holder 0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4580755" y="734787"/>
            <a:ext cx="4023360" cy="36739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sp>
    </p:spTree>
    <p:extLst>
      <p:ext uri="{BB962C8B-B14F-4D97-AF65-F5344CB8AC3E}">
        <p14:creationId xmlns:p14="http://schemas.microsoft.com/office/powerpoint/2010/main" val="885322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 Hol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/>
          <p:cNvSpPr>
            <a:spLocks noGrp="1"/>
          </p:cNvSpPr>
          <p:nvPr>
            <p:ph type="pic" sz="quarter" idx="13"/>
          </p:nvPr>
        </p:nvSpPr>
        <p:spPr>
          <a:xfrm>
            <a:off x="0" y="734787"/>
            <a:ext cx="4572000" cy="367392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</p:sp>
    </p:spTree>
    <p:extLst>
      <p:ext uri="{BB962C8B-B14F-4D97-AF65-F5344CB8AC3E}">
        <p14:creationId xmlns:p14="http://schemas.microsoft.com/office/powerpoint/2010/main" val="2173798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18"/>
          <p:cNvSpPr>
            <a:spLocks noGrp="1"/>
          </p:cNvSpPr>
          <p:nvPr>
            <p:ph type="pic" sz="quarter" idx="13"/>
          </p:nvPr>
        </p:nvSpPr>
        <p:spPr>
          <a:xfrm>
            <a:off x="4851055" y="2622399"/>
            <a:ext cx="1111871" cy="111683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</p:sp>
      <p:sp>
        <p:nvSpPr>
          <p:cNvPr id="6" name="Picture Placeholder 19"/>
          <p:cNvSpPr>
            <a:spLocks noGrp="1"/>
          </p:cNvSpPr>
          <p:nvPr>
            <p:ph type="pic" sz="quarter" idx="14"/>
          </p:nvPr>
        </p:nvSpPr>
        <p:spPr>
          <a:xfrm>
            <a:off x="7038177" y="2622399"/>
            <a:ext cx="1111871" cy="111683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</p:sp>
      <p:sp>
        <p:nvSpPr>
          <p:cNvPr id="7" name="Picture Placeholder 20"/>
          <p:cNvSpPr>
            <a:spLocks noGrp="1"/>
          </p:cNvSpPr>
          <p:nvPr>
            <p:ph type="pic" sz="quarter" idx="15"/>
          </p:nvPr>
        </p:nvSpPr>
        <p:spPr>
          <a:xfrm>
            <a:off x="4851055" y="867070"/>
            <a:ext cx="1111871" cy="111683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</p:sp>
      <p:sp>
        <p:nvSpPr>
          <p:cNvPr id="8" name="Picture Placeholder 21"/>
          <p:cNvSpPr>
            <a:spLocks noGrp="1"/>
          </p:cNvSpPr>
          <p:nvPr>
            <p:ph type="pic" sz="quarter" idx="16"/>
          </p:nvPr>
        </p:nvSpPr>
        <p:spPr>
          <a:xfrm>
            <a:off x="7038177" y="867070"/>
            <a:ext cx="1111871" cy="1116835"/>
          </a:xfrm>
          <a:prstGeom prst="ellipse">
            <a:avLst/>
          </a:prstGeom>
          <a:solidFill>
            <a:schemeClr val="bg2">
              <a:lumMod val="90000"/>
            </a:schemeClr>
          </a:solidFill>
        </p:spPr>
      </p:sp>
    </p:spTree>
    <p:extLst>
      <p:ext uri="{BB962C8B-B14F-4D97-AF65-F5344CB8AC3E}">
        <p14:creationId xmlns:p14="http://schemas.microsoft.com/office/powerpoint/2010/main" val="1445563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  <p:hf sldNum="0" ftr="0" dt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5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36606945"/>
      </p:ext>
    </p:extLst>
  </p:cSld>
  <p:clrMapOvr>
    <a:masterClrMapping/>
  </p:clrMapOvr>
  <p:hf sldNum="0" ftr="0" dt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自定义版式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图片占位符 11"/>
          <p:cNvSpPr>
            <a:spLocks noGrp="1"/>
          </p:cNvSpPr>
          <p:nvPr>
            <p:ph type="pic" sz="quarter" idx="10"/>
          </p:nvPr>
        </p:nvSpPr>
        <p:spPr>
          <a:xfrm>
            <a:off x="689206" y="421391"/>
            <a:ext cx="1591413" cy="1591413"/>
          </a:xfrm>
          <a:custGeom>
            <a:avLst/>
            <a:gdLst>
              <a:gd name="connsiteX0" fmla="*/ 1060942 w 2121884"/>
              <a:gd name="connsiteY0" fmla="*/ 0 h 2121884"/>
              <a:gd name="connsiteX1" fmla="*/ 2121884 w 2121884"/>
              <a:gd name="connsiteY1" fmla="*/ 1060942 h 2121884"/>
              <a:gd name="connsiteX2" fmla="*/ 1060942 w 2121884"/>
              <a:gd name="connsiteY2" fmla="*/ 2121884 h 2121884"/>
              <a:gd name="connsiteX3" fmla="*/ 0 w 2121884"/>
              <a:gd name="connsiteY3" fmla="*/ 1060942 h 2121884"/>
              <a:gd name="connsiteX4" fmla="*/ 1060942 w 2121884"/>
              <a:gd name="connsiteY4" fmla="*/ 0 h 212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1884" h="2121884">
                <a:moveTo>
                  <a:pt x="1060942" y="0"/>
                </a:moveTo>
                <a:cubicBezTo>
                  <a:pt x="1646884" y="0"/>
                  <a:pt x="2121884" y="475000"/>
                  <a:pt x="2121884" y="1060942"/>
                </a:cubicBezTo>
                <a:cubicBezTo>
                  <a:pt x="2121884" y="1646884"/>
                  <a:pt x="1646884" y="2121884"/>
                  <a:pt x="1060942" y="2121884"/>
                </a:cubicBezTo>
                <a:cubicBezTo>
                  <a:pt x="475000" y="2121884"/>
                  <a:pt x="0" y="1646884"/>
                  <a:pt x="0" y="1060942"/>
                </a:cubicBezTo>
                <a:cubicBezTo>
                  <a:pt x="0" y="475000"/>
                  <a:pt x="475000" y="0"/>
                  <a:pt x="10609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5" name="图片占位符 14"/>
          <p:cNvSpPr>
            <a:spLocks noGrp="1"/>
          </p:cNvSpPr>
          <p:nvPr>
            <p:ph type="pic" sz="quarter" idx="11"/>
          </p:nvPr>
        </p:nvSpPr>
        <p:spPr>
          <a:xfrm>
            <a:off x="2861287" y="1313294"/>
            <a:ext cx="1591413" cy="1591413"/>
          </a:xfrm>
          <a:custGeom>
            <a:avLst/>
            <a:gdLst>
              <a:gd name="connsiteX0" fmla="*/ 1060942 w 2121884"/>
              <a:gd name="connsiteY0" fmla="*/ 0 h 2121884"/>
              <a:gd name="connsiteX1" fmla="*/ 2121884 w 2121884"/>
              <a:gd name="connsiteY1" fmla="*/ 1060942 h 2121884"/>
              <a:gd name="connsiteX2" fmla="*/ 1060942 w 2121884"/>
              <a:gd name="connsiteY2" fmla="*/ 2121884 h 2121884"/>
              <a:gd name="connsiteX3" fmla="*/ 0 w 2121884"/>
              <a:gd name="connsiteY3" fmla="*/ 1060942 h 2121884"/>
              <a:gd name="connsiteX4" fmla="*/ 1060942 w 2121884"/>
              <a:gd name="connsiteY4" fmla="*/ 0 h 212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1884" h="2121884">
                <a:moveTo>
                  <a:pt x="1060942" y="0"/>
                </a:moveTo>
                <a:cubicBezTo>
                  <a:pt x="1646884" y="0"/>
                  <a:pt x="2121884" y="475000"/>
                  <a:pt x="2121884" y="1060942"/>
                </a:cubicBezTo>
                <a:cubicBezTo>
                  <a:pt x="2121884" y="1646884"/>
                  <a:pt x="1646884" y="2121884"/>
                  <a:pt x="1060942" y="2121884"/>
                </a:cubicBezTo>
                <a:cubicBezTo>
                  <a:pt x="475000" y="2121884"/>
                  <a:pt x="0" y="1646884"/>
                  <a:pt x="0" y="1060942"/>
                </a:cubicBezTo>
                <a:cubicBezTo>
                  <a:pt x="0" y="475000"/>
                  <a:pt x="475000" y="0"/>
                  <a:pt x="10609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18" name="图片占位符 17"/>
          <p:cNvSpPr>
            <a:spLocks noGrp="1"/>
          </p:cNvSpPr>
          <p:nvPr>
            <p:ph type="pic" sz="quarter" idx="12"/>
          </p:nvPr>
        </p:nvSpPr>
        <p:spPr>
          <a:xfrm>
            <a:off x="5033369" y="421391"/>
            <a:ext cx="1591413" cy="1591413"/>
          </a:xfrm>
          <a:custGeom>
            <a:avLst/>
            <a:gdLst>
              <a:gd name="connsiteX0" fmla="*/ 1060942 w 2121884"/>
              <a:gd name="connsiteY0" fmla="*/ 0 h 2121884"/>
              <a:gd name="connsiteX1" fmla="*/ 2121884 w 2121884"/>
              <a:gd name="connsiteY1" fmla="*/ 1060942 h 2121884"/>
              <a:gd name="connsiteX2" fmla="*/ 1060942 w 2121884"/>
              <a:gd name="connsiteY2" fmla="*/ 2121884 h 2121884"/>
              <a:gd name="connsiteX3" fmla="*/ 0 w 2121884"/>
              <a:gd name="connsiteY3" fmla="*/ 1060942 h 2121884"/>
              <a:gd name="connsiteX4" fmla="*/ 1060942 w 2121884"/>
              <a:gd name="connsiteY4" fmla="*/ 0 h 212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1884" h="2121884">
                <a:moveTo>
                  <a:pt x="1060942" y="0"/>
                </a:moveTo>
                <a:cubicBezTo>
                  <a:pt x="1646884" y="0"/>
                  <a:pt x="2121884" y="475000"/>
                  <a:pt x="2121884" y="1060942"/>
                </a:cubicBezTo>
                <a:cubicBezTo>
                  <a:pt x="2121884" y="1646884"/>
                  <a:pt x="1646884" y="2121884"/>
                  <a:pt x="1060942" y="2121884"/>
                </a:cubicBezTo>
                <a:cubicBezTo>
                  <a:pt x="475000" y="2121884"/>
                  <a:pt x="0" y="1646884"/>
                  <a:pt x="0" y="1060942"/>
                </a:cubicBezTo>
                <a:cubicBezTo>
                  <a:pt x="0" y="475000"/>
                  <a:pt x="475000" y="0"/>
                  <a:pt x="10609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  <p:sp>
        <p:nvSpPr>
          <p:cNvPr id="21" name="图片占位符 20"/>
          <p:cNvSpPr>
            <a:spLocks noGrp="1"/>
          </p:cNvSpPr>
          <p:nvPr>
            <p:ph type="pic" sz="quarter" idx="13"/>
          </p:nvPr>
        </p:nvSpPr>
        <p:spPr>
          <a:xfrm>
            <a:off x="7205450" y="1313295"/>
            <a:ext cx="1591413" cy="1591413"/>
          </a:xfrm>
          <a:custGeom>
            <a:avLst/>
            <a:gdLst>
              <a:gd name="connsiteX0" fmla="*/ 1060942 w 2121884"/>
              <a:gd name="connsiteY0" fmla="*/ 0 h 2121884"/>
              <a:gd name="connsiteX1" fmla="*/ 2121884 w 2121884"/>
              <a:gd name="connsiteY1" fmla="*/ 1060942 h 2121884"/>
              <a:gd name="connsiteX2" fmla="*/ 1060942 w 2121884"/>
              <a:gd name="connsiteY2" fmla="*/ 2121884 h 2121884"/>
              <a:gd name="connsiteX3" fmla="*/ 0 w 2121884"/>
              <a:gd name="connsiteY3" fmla="*/ 1060942 h 2121884"/>
              <a:gd name="connsiteX4" fmla="*/ 1060942 w 2121884"/>
              <a:gd name="connsiteY4" fmla="*/ 0 h 21218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121884" h="2121884">
                <a:moveTo>
                  <a:pt x="1060942" y="0"/>
                </a:moveTo>
                <a:cubicBezTo>
                  <a:pt x="1646884" y="0"/>
                  <a:pt x="2121884" y="475000"/>
                  <a:pt x="2121884" y="1060942"/>
                </a:cubicBezTo>
                <a:cubicBezTo>
                  <a:pt x="2121884" y="1646884"/>
                  <a:pt x="1646884" y="2121884"/>
                  <a:pt x="1060942" y="2121884"/>
                </a:cubicBezTo>
                <a:cubicBezTo>
                  <a:pt x="475000" y="2121884"/>
                  <a:pt x="0" y="1646884"/>
                  <a:pt x="0" y="1060942"/>
                </a:cubicBezTo>
                <a:cubicBezTo>
                  <a:pt x="0" y="475000"/>
                  <a:pt x="475000" y="0"/>
                  <a:pt x="1060942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58569563"/>
      </p:ext>
    </p:extLst>
  </p:cSld>
  <p:clrMapOvr>
    <a:masterClrMapping/>
  </p:clrMapOvr>
  <p:hf sldNum="0" ftr="0" dt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tandar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55310543"/>
      </p:ext>
    </p:extLst>
  </p:cSld>
  <p:clrMapOvr>
    <a:masterClrMapping/>
  </p:clrMapOvr>
  <p:hf sldNum="0" ftr="0" dt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 1 Image Left / 3 Images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"/>
          <p:cNvSpPr>
            <a:spLocks noGrp="1"/>
          </p:cNvSpPr>
          <p:nvPr>
            <p:ph type="pic" sz="quarter" idx="10"/>
          </p:nvPr>
        </p:nvSpPr>
        <p:spPr>
          <a:xfrm>
            <a:off x="1124098" y="511234"/>
            <a:ext cx="2447134" cy="4132205"/>
          </a:xfrm>
          <a:custGeom>
            <a:avLst/>
            <a:gdLst>
              <a:gd name="connsiteX0" fmla="*/ 0 w 3686783"/>
              <a:gd name="connsiteY0" fmla="*/ 0 h 6858000"/>
              <a:gd name="connsiteX1" fmla="*/ 3686783 w 3686783"/>
              <a:gd name="connsiteY1" fmla="*/ 0 h 6858000"/>
              <a:gd name="connsiteX2" fmla="*/ 3686783 w 3686783"/>
              <a:gd name="connsiteY2" fmla="*/ 6858000 h 6858000"/>
              <a:gd name="connsiteX3" fmla="*/ 0 w 368678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6783" h="6858000">
                <a:moveTo>
                  <a:pt x="0" y="0"/>
                </a:moveTo>
                <a:lnTo>
                  <a:pt x="3686783" y="0"/>
                </a:lnTo>
                <a:lnTo>
                  <a:pt x="3686783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15" name="Picture Placeholder"/>
          <p:cNvSpPr>
            <a:spLocks noGrp="1"/>
          </p:cNvSpPr>
          <p:nvPr>
            <p:ph type="pic" sz="quarter" idx="11"/>
          </p:nvPr>
        </p:nvSpPr>
        <p:spPr>
          <a:xfrm>
            <a:off x="5155986" y="3678382"/>
            <a:ext cx="1366838" cy="957912"/>
          </a:xfrm>
          <a:custGeom>
            <a:avLst/>
            <a:gdLst>
              <a:gd name="connsiteX0" fmla="*/ 0 w 3686783"/>
              <a:gd name="connsiteY0" fmla="*/ 0 h 6858000"/>
              <a:gd name="connsiteX1" fmla="*/ 3686783 w 3686783"/>
              <a:gd name="connsiteY1" fmla="*/ 0 h 6858000"/>
              <a:gd name="connsiteX2" fmla="*/ 3686783 w 3686783"/>
              <a:gd name="connsiteY2" fmla="*/ 6858000 h 6858000"/>
              <a:gd name="connsiteX3" fmla="*/ 0 w 368678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6783" h="6858000">
                <a:moveTo>
                  <a:pt x="0" y="0"/>
                </a:moveTo>
                <a:lnTo>
                  <a:pt x="3686783" y="0"/>
                </a:lnTo>
                <a:lnTo>
                  <a:pt x="3686783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16" name="Picture Placeholder"/>
          <p:cNvSpPr>
            <a:spLocks noGrp="1"/>
          </p:cNvSpPr>
          <p:nvPr>
            <p:ph type="pic" sz="quarter" idx="12"/>
          </p:nvPr>
        </p:nvSpPr>
        <p:spPr>
          <a:xfrm>
            <a:off x="3680190" y="3685526"/>
            <a:ext cx="1366838" cy="957912"/>
          </a:xfrm>
          <a:custGeom>
            <a:avLst/>
            <a:gdLst>
              <a:gd name="connsiteX0" fmla="*/ 0 w 3686783"/>
              <a:gd name="connsiteY0" fmla="*/ 0 h 6858000"/>
              <a:gd name="connsiteX1" fmla="*/ 3686783 w 3686783"/>
              <a:gd name="connsiteY1" fmla="*/ 0 h 6858000"/>
              <a:gd name="connsiteX2" fmla="*/ 3686783 w 3686783"/>
              <a:gd name="connsiteY2" fmla="*/ 6858000 h 6858000"/>
              <a:gd name="connsiteX3" fmla="*/ 0 w 368678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6783" h="6858000">
                <a:moveTo>
                  <a:pt x="0" y="0"/>
                </a:moveTo>
                <a:lnTo>
                  <a:pt x="3686783" y="0"/>
                </a:lnTo>
                <a:lnTo>
                  <a:pt x="3686783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  <p:sp>
        <p:nvSpPr>
          <p:cNvPr id="17" name="Picture Placeholder"/>
          <p:cNvSpPr>
            <a:spLocks noGrp="1"/>
          </p:cNvSpPr>
          <p:nvPr>
            <p:ph type="pic" sz="quarter" idx="13"/>
          </p:nvPr>
        </p:nvSpPr>
        <p:spPr>
          <a:xfrm>
            <a:off x="6631781" y="3685526"/>
            <a:ext cx="1366838" cy="957912"/>
          </a:xfrm>
          <a:custGeom>
            <a:avLst/>
            <a:gdLst>
              <a:gd name="connsiteX0" fmla="*/ 0 w 3686783"/>
              <a:gd name="connsiteY0" fmla="*/ 0 h 6858000"/>
              <a:gd name="connsiteX1" fmla="*/ 3686783 w 3686783"/>
              <a:gd name="connsiteY1" fmla="*/ 0 h 6858000"/>
              <a:gd name="connsiteX2" fmla="*/ 3686783 w 3686783"/>
              <a:gd name="connsiteY2" fmla="*/ 6858000 h 6858000"/>
              <a:gd name="connsiteX3" fmla="*/ 0 w 368678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686783" h="6858000">
                <a:moveTo>
                  <a:pt x="0" y="0"/>
                </a:moveTo>
                <a:lnTo>
                  <a:pt x="3686783" y="0"/>
                </a:lnTo>
                <a:lnTo>
                  <a:pt x="3686783" y="6858000"/>
                </a:lnTo>
                <a:lnTo>
                  <a:pt x="0" y="6858000"/>
                </a:lnTo>
                <a:close/>
              </a:path>
            </a:pathLst>
          </a:custGeom>
          <a:noFill/>
        </p:spPr>
        <p:txBody>
          <a:bodyPr wrap="square" anchor="ctr">
            <a:noAutofit/>
          </a:bodyPr>
          <a:lstStyle>
            <a:lvl1pPr marL="0" indent="0" algn="ctr">
              <a:buNone/>
              <a:defRPr sz="900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77309"/>
      </p:ext>
    </p:extLst>
  </p:cSld>
  <p:clrMapOvr>
    <a:masterClrMapping/>
  </p:clrMapOvr>
  <p:hf sldNum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4" Type="http://schemas.openxmlformats.org/officeDocument/2006/relationships/theme" Target="../theme/theme2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18" Type="http://schemas.openxmlformats.org/officeDocument/2006/relationships/slideLayout" Target="../slideLayouts/slideLayout29.xml"/><Relationship Id="rId3" Type="http://schemas.openxmlformats.org/officeDocument/2006/relationships/slideLayout" Target="../slideLayouts/slideLayout14.xml"/><Relationship Id="rId21" Type="http://schemas.openxmlformats.org/officeDocument/2006/relationships/slideLayout" Target="../slideLayouts/slideLayout32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8.xml"/><Relationship Id="rId2" Type="http://schemas.openxmlformats.org/officeDocument/2006/relationships/slideLayout" Target="../slideLayouts/slideLayout13.xml"/><Relationship Id="rId16" Type="http://schemas.openxmlformats.org/officeDocument/2006/relationships/slideLayout" Target="../slideLayouts/slideLayout27.xml"/><Relationship Id="rId20" Type="http://schemas.openxmlformats.org/officeDocument/2006/relationships/slideLayout" Target="../slideLayouts/slideLayout31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24" Type="http://schemas.openxmlformats.org/officeDocument/2006/relationships/theme" Target="../theme/theme3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23" Type="http://schemas.openxmlformats.org/officeDocument/2006/relationships/slideLayout" Target="../slideLayouts/slideLayout34.xml"/><Relationship Id="rId10" Type="http://schemas.openxmlformats.org/officeDocument/2006/relationships/slideLayout" Target="../slideLayouts/slideLayout21.xml"/><Relationship Id="rId19" Type="http://schemas.openxmlformats.org/officeDocument/2006/relationships/slideLayout" Target="../slideLayouts/slideLayout30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Relationship Id="rId22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20000" y="463800"/>
            <a:ext cx="7704000" cy="61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200"/>
              <a:buFont typeface="Grandstander"/>
              <a:buNone/>
              <a:defRPr sz="3200" b="1">
                <a:solidFill>
                  <a:schemeClr val="accent2"/>
                </a:solidFill>
                <a:latin typeface="Grandstander"/>
                <a:ea typeface="Grandstander"/>
                <a:cs typeface="Grandstander"/>
                <a:sym typeface="Grandstand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randstander"/>
              <a:buNone/>
              <a:defRPr sz="2800" b="1">
                <a:solidFill>
                  <a:schemeClr val="accent2"/>
                </a:solidFill>
                <a:latin typeface="Grandstander"/>
                <a:ea typeface="Grandstander"/>
                <a:cs typeface="Grandstander"/>
                <a:sym typeface="Grandstander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randstander"/>
              <a:buNone/>
              <a:defRPr sz="2800" b="1">
                <a:solidFill>
                  <a:schemeClr val="accent2"/>
                </a:solidFill>
                <a:latin typeface="Grandstander"/>
                <a:ea typeface="Grandstander"/>
                <a:cs typeface="Grandstander"/>
                <a:sym typeface="Grandstander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randstander"/>
              <a:buNone/>
              <a:defRPr sz="2800" b="1">
                <a:solidFill>
                  <a:schemeClr val="accent2"/>
                </a:solidFill>
                <a:latin typeface="Grandstander"/>
                <a:ea typeface="Grandstander"/>
                <a:cs typeface="Grandstander"/>
                <a:sym typeface="Grandstander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randstander"/>
              <a:buNone/>
              <a:defRPr sz="2800" b="1">
                <a:solidFill>
                  <a:schemeClr val="accent2"/>
                </a:solidFill>
                <a:latin typeface="Grandstander"/>
                <a:ea typeface="Grandstander"/>
                <a:cs typeface="Grandstander"/>
                <a:sym typeface="Grandstander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randstander"/>
              <a:buNone/>
              <a:defRPr sz="2800" b="1">
                <a:solidFill>
                  <a:schemeClr val="accent2"/>
                </a:solidFill>
                <a:latin typeface="Grandstander"/>
                <a:ea typeface="Grandstander"/>
                <a:cs typeface="Grandstander"/>
                <a:sym typeface="Grandstander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randstander"/>
              <a:buNone/>
              <a:defRPr sz="2800" b="1">
                <a:solidFill>
                  <a:schemeClr val="accent2"/>
                </a:solidFill>
                <a:latin typeface="Grandstander"/>
                <a:ea typeface="Grandstander"/>
                <a:cs typeface="Grandstander"/>
                <a:sym typeface="Grandstander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randstander"/>
              <a:buNone/>
              <a:defRPr sz="2800" b="1">
                <a:solidFill>
                  <a:schemeClr val="accent2"/>
                </a:solidFill>
                <a:latin typeface="Grandstander"/>
                <a:ea typeface="Grandstander"/>
                <a:cs typeface="Grandstander"/>
                <a:sym typeface="Grandstander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Font typeface="Grandstander"/>
              <a:buNone/>
              <a:defRPr sz="2800" b="1">
                <a:solidFill>
                  <a:schemeClr val="accent2"/>
                </a:solidFill>
                <a:latin typeface="Grandstander"/>
                <a:ea typeface="Grandstander"/>
                <a:cs typeface="Grandstander"/>
                <a:sym typeface="Grandstander"/>
              </a:defRPr>
            </a:lvl9pPr>
          </a:lstStyle>
          <a:p>
            <a:endParaRPr dirty="0"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20000" y="1152475"/>
            <a:ext cx="7704000" cy="345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 panose="00000500000000000000"/>
              <a:buChar char="●"/>
              <a:defRPr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1pPr>
            <a:lvl2pPr marL="914400" lvl="1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 panose="00000500000000000000"/>
              <a:buChar char="○"/>
              <a:defRPr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2pPr>
            <a:lvl3pPr marL="1371600" lvl="2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 panose="00000500000000000000"/>
              <a:buChar char="■"/>
              <a:defRPr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3pPr>
            <a:lvl4pPr marL="1828800" lvl="3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 panose="00000500000000000000"/>
              <a:buChar char="●"/>
              <a:defRPr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4pPr>
            <a:lvl5pPr marL="2286000" lvl="4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 panose="00000500000000000000"/>
              <a:buChar char="○"/>
              <a:defRPr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5pPr>
            <a:lvl6pPr marL="2743200" lvl="5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 panose="00000500000000000000"/>
              <a:buChar char="■"/>
              <a:defRPr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6pPr>
            <a:lvl7pPr marL="3200400" lvl="6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 panose="00000500000000000000"/>
              <a:buChar char="●"/>
              <a:defRPr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7pPr>
            <a:lvl8pPr marL="3657600" lvl="7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 panose="00000500000000000000"/>
              <a:buChar char="○"/>
              <a:defRPr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8pPr>
            <a:lvl9pPr marL="4114800" lvl="8" indent="-3175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Poppins" panose="00000500000000000000"/>
              <a:buChar char="■"/>
              <a:defRPr>
                <a:solidFill>
                  <a:schemeClr val="accent2"/>
                </a:solidFill>
                <a:latin typeface="Poppins" panose="00000500000000000000"/>
                <a:ea typeface="Poppins" panose="00000500000000000000"/>
                <a:cs typeface="Poppins" panose="00000500000000000000"/>
                <a:sym typeface="Poppins" panose="00000500000000000000"/>
              </a:defRPr>
            </a:lvl9pPr>
          </a:lstStyle>
          <a:p>
            <a:endParaRPr dirty="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3" r:id="rId2"/>
    <p:sldLayoutId id="2147483659" r:id="rId3"/>
    <p:sldLayoutId id="2147483664" r:id="rId4"/>
    <p:sldLayoutId id="2147483681" r:id="rId5"/>
    <p:sldLayoutId id="2147483736" r:id="rId6"/>
    <p:sldLayoutId id="2147483679" r:id="rId7"/>
    <p:sldLayoutId id="2147483680" r:id="rId8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 pitchFamily="34" charset="0"/>
          <a:ea typeface="Arial" panose="020B0604020202020204" pitchFamily="34" charset="0"/>
          <a:cs typeface="Arial" panose="020B0604020202020204" pitchFamily="34" charset="0"/>
          <a:sym typeface="Arial" panose="020B0604020202020204" pitchFamily="34" charset="0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49634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0" r:id="rId1"/>
    <p:sldLayoutId id="2147483741" r:id="rId2"/>
    <p:sldLayoutId id="2147483742" r:id="rId3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ACA4BD-9A14-4452-93F0-5A1A32711AC0}" type="datetimeFigureOut">
              <a:rPr lang="zh-CN" altLang="en-US" smtClean="0"/>
              <a:t>2026/3/17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EE7CA3-5801-4D4E-A93F-4DA256C4CA9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336950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89" r:id="rId13"/>
    <p:sldLayoutId id="2147483792" r:id="rId14"/>
    <p:sldLayoutId id="2147483793" r:id="rId15"/>
    <p:sldLayoutId id="2147483794" r:id="rId16"/>
    <p:sldLayoutId id="2147483795" r:id="rId17"/>
    <p:sldLayoutId id="2147483796" r:id="rId18"/>
    <p:sldLayoutId id="2147483797" r:id="rId19"/>
    <p:sldLayoutId id="2147483798" r:id="rId20"/>
    <p:sldLayoutId id="2147483799" r:id="rId21"/>
    <p:sldLayoutId id="2147483800" r:id="rId22"/>
    <p:sldLayoutId id="2147483801" r:id="rId23"/>
  </p:sldLayoutIdLst>
  <p:hf sldNum="0" ftr="0" dt="0"/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1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1.xml"/><Relationship Id="rId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1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microsoft.com/office/2007/relationships/diagramDrawing" Target="../diagrams/drawing2.xml"/><Relationship Id="rId3" Type="http://schemas.openxmlformats.org/officeDocument/2006/relationships/image" Target="../media/image33.png"/><Relationship Id="rId7" Type="http://schemas.openxmlformats.org/officeDocument/2006/relationships/diagramColors" Target="../diagrams/colors1.xml"/><Relationship Id="rId12" Type="http://schemas.openxmlformats.org/officeDocument/2006/relationships/diagramColors" Target="../diagrams/colors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7.xml"/><Relationship Id="rId6" Type="http://schemas.openxmlformats.org/officeDocument/2006/relationships/diagramQuickStyle" Target="../diagrams/quickStyle1.xml"/><Relationship Id="rId11" Type="http://schemas.openxmlformats.org/officeDocument/2006/relationships/diagramQuickStyle" Target="../diagrams/quickStyle2.xml"/><Relationship Id="rId5" Type="http://schemas.openxmlformats.org/officeDocument/2006/relationships/diagramLayout" Target="../diagrams/layout1.xml"/><Relationship Id="rId10" Type="http://schemas.openxmlformats.org/officeDocument/2006/relationships/diagramLayout" Target="../diagrams/layout2.xml"/><Relationship Id="rId4" Type="http://schemas.openxmlformats.org/officeDocument/2006/relationships/diagramData" Target="../diagrams/data1.xml"/><Relationship Id="rId9" Type="http://schemas.openxmlformats.org/officeDocument/2006/relationships/diagramData" Target="../diagrams/data2.xml"/><Relationship Id="rId14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7.png"/><Relationship Id="rId4" Type="http://schemas.openxmlformats.org/officeDocument/2006/relationships/image" Target="../media/image3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p38"/>
          <p:cNvSpPr txBox="1">
            <a:spLocks noGrp="1"/>
          </p:cNvSpPr>
          <p:nvPr>
            <p:ph type="ctrTitle"/>
          </p:nvPr>
        </p:nvSpPr>
        <p:spPr>
          <a:xfrm>
            <a:off x="584825" y="1540300"/>
            <a:ext cx="4077900" cy="1797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ts val="7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8000" dirty="0">
                <a:solidFill>
                  <a:schemeClr val="dk2"/>
                </a:solidFill>
              </a:rPr>
              <a:t>TETRIS</a:t>
            </a:r>
            <a:r>
              <a:rPr lang="en-GB" sz="6000" dirty="0"/>
              <a:t> </a:t>
            </a:r>
            <a:br>
              <a:rPr lang="en-US" sz="5400" dirty="0">
                <a:solidFill>
                  <a:schemeClr val="lt2"/>
                </a:solidFill>
              </a:rPr>
            </a:br>
            <a:r>
              <a:rPr lang="zh-CN" altLang="en-US" sz="5400" dirty="0">
                <a:solidFill>
                  <a:schemeClr val="lt2"/>
                </a:solidFill>
              </a:rPr>
              <a:t>俄罗斯方块</a:t>
            </a:r>
            <a:endParaRPr sz="5400" dirty="0">
              <a:solidFill>
                <a:schemeClr val="lt2"/>
              </a:solidFill>
            </a:endParaRPr>
          </a:p>
        </p:txBody>
      </p:sp>
      <p:pic>
        <p:nvPicPr>
          <p:cNvPr id="636" name="Google Shape;636;p38"/>
          <p:cNvPicPr preferRelativeResize="0"/>
          <p:nvPr/>
        </p:nvPicPr>
        <p:blipFill rotWithShape="1">
          <a:blip r:embed="rId3" cstate="screen"/>
          <a:srcRect l="15287" r="15287"/>
          <a:stretch>
            <a:fillRect/>
          </a:stretch>
        </p:blipFill>
        <p:spPr>
          <a:xfrm rot="-591206">
            <a:off x="3042517" y="-997083"/>
            <a:ext cx="6348436" cy="5143497"/>
          </a:xfrm>
          <a:prstGeom prst="rect">
            <a:avLst/>
          </a:prstGeom>
          <a:noFill/>
          <a:ln>
            <a:noFill/>
          </a:ln>
        </p:spPr>
      </p:pic>
      <p:sp>
        <p:nvSpPr>
          <p:cNvPr id="637" name="Google Shape;637;p38"/>
          <p:cNvSpPr txBox="1">
            <a:spLocks noGrp="1"/>
          </p:cNvSpPr>
          <p:nvPr>
            <p:ph type="subTitle" idx="1"/>
          </p:nvPr>
        </p:nvSpPr>
        <p:spPr>
          <a:xfrm>
            <a:off x="979025" y="3651075"/>
            <a:ext cx="3289500" cy="699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lang="en-GB" dirty="0"/>
          </a:p>
        </p:txBody>
      </p:sp>
      <p:sp>
        <p:nvSpPr>
          <p:cNvPr id="639" name="Google Shape;639;p38"/>
          <p:cNvSpPr txBox="1">
            <a:spLocks noGrp="1"/>
          </p:cNvSpPr>
          <p:nvPr>
            <p:ph type="ctrTitle"/>
          </p:nvPr>
        </p:nvSpPr>
        <p:spPr>
          <a:xfrm>
            <a:off x="1666775" y="792825"/>
            <a:ext cx="1914000" cy="606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800" dirty="0"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MFC</a:t>
            </a:r>
            <a:r>
              <a:rPr lang="zh-CN" altLang="en-US" sz="1800" dirty="0">
                <a:latin typeface="Arial" panose="020B0604020202020204" pitchFamily="34" charset="0"/>
              </a:rPr>
              <a:t>程序设计之</a:t>
            </a:r>
            <a:endParaRPr sz="1800" dirty="0"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grpSp>
        <p:nvGrpSpPr>
          <p:cNvPr id="640" name="Google Shape;640;p38"/>
          <p:cNvGrpSpPr/>
          <p:nvPr/>
        </p:nvGrpSpPr>
        <p:grpSpPr>
          <a:xfrm>
            <a:off x="2325571" y="3441800"/>
            <a:ext cx="414713" cy="70105"/>
            <a:chOff x="4314513" y="3441800"/>
            <a:chExt cx="414713" cy="70105"/>
          </a:xfrm>
        </p:grpSpPr>
        <p:sp>
          <p:nvSpPr>
            <p:cNvPr id="641" name="Google Shape;641;p38"/>
            <p:cNvSpPr/>
            <p:nvPr/>
          </p:nvSpPr>
          <p:spPr>
            <a:xfrm>
              <a:off x="4661425" y="3444105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42" name="Google Shape;642;p38"/>
            <p:cNvSpPr/>
            <p:nvPr/>
          </p:nvSpPr>
          <p:spPr>
            <a:xfrm>
              <a:off x="4314513" y="3441800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43" name="Google Shape;643;p38"/>
            <p:cNvSpPr/>
            <p:nvPr/>
          </p:nvSpPr>
          <p:spPr>
            <a:xfrm>
              <a:off x="4467113" y="3450200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</p:grpSp>
      <p:grpSp>
        <p:nvGrpSpPr>
          <p:cNvPr id="645" name="Google Shape;645;p38"/>
          <p:cNvGrpSpPr/>
          <p:nvPr/>
        </p:nvGrpSpPr>
        <p:grpSpPr>
          <a:xfrm>
            <a:off x="1257536" y="1576959"/>
            <a:ext cx="2681913" cy="615091"/>
            <a:chOff x="3227251" y="1886444"/>
            <a:chExt cx="2681913" cy="615091"/>
          </a:xfrm>
        </p:grpSpPr>
        <p:sp>
          <p:nvSpPr>
            <p:cNvPr id="646" name="Google Shape;646;p38"/>
            <p:cNvSpPr/>
            <p:nvPr/>
          </p:nvSpPr>
          <p:spPr>
            <a:xfrm>
              <a:off x="3227251" y="1898345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 </a:t>
              </a:r>
            </a:p>
          </p:txBody>
        </p:sp>
        <p:sp>
          <p:nvSpPr>
            <p:cNvPr id="647" name="Google Shape;647;p38"/>
            <p:cNvSpPr/>
            <p:nvPr/>
          </p:nvSpPr>
          <p:spPr>
            <a:xfrm>
              <a:off x="3392369" y="1891375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48" name="Google Shape;648;p38"/>
            <p:cNvSpPr/>
            <p:nvPr/>
          </p:nvSpPr>
          <p:spPr>
            <a:xfrm>
              <a:off x="3564415" y="1894004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49" name="Google Shape;649;p38"/>
            <p:cNvSpPr/>
            <p:nvPr/>
          </p:nvSpPr>
          <p:spPr>
            <a:xfrm>
              <a:off x="3392369" y="2037006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50" name="Google Shape;650;p38"/>
            <p:cNvSpPr/>
            <p:nvPr/>
          </p:nvSpPr>
          <p:spPr>
            <a:xfrm>
              <a:off x="3387807" y="2233650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51" name="Google Shape;651;p38"/>
            <p:cNvSpPr/>
            <p:nvPr/>
          </p:nvSpPr>
          <p:spPr>
            <a:xfrm>
              <a:off x="3902980" y="1911944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 </a:t>
              </a:r>
            </a:p>
          </p:txBody>
        </p:sp>
        <p:sp>
          <p:nvSpPr>
            <p:cNvPr id="652" name="Google Shape;652;p38"/>
            <p:cNvSpPr/>
            <p:nvPr/>
          </p:nvSpPr>
          <p:spPr>
            <a:xfrm>
              <a:off x="3772400" y="2416264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53" name="Google Shape;653;p38"/>
            <p:cNvSpPr/>
            <p:nvPr/>
          </p:nvSpPr>
          <p:spPr>
            <a:xfrm>
              <a:off x="3404607" y="2436050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54" name="Google Shape;654;p38"/>
            <p:cNvSpPr/>
            <p:nvPr/>
          </p:nvSpPr>
          <p:spPr>
            <a:xfrm>
              <a:off x="4047490" y="1913950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 </a:t>
              </a:r>
            </a:p>
          </p:txBody>
        </p:sp>
        <p:sp>
          <p:nvSpPr>
            <p:cNvPr id="655" name="Google Shape;655;p38"/>
            <p:cNvSpPr/>
            <p:nvPr/>
          </p:nvSpPr>
          <p:spPr>
            <a:xfrm>
              <a:off x="3772400" y="1900950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56" name="Google Shape;656;p38"/>
            <p:cNvSpPr/>
            <p:nvPr/>
          </p:nvSpPr>
          <p:spPr>
            <a:xfrm>
              <a:off x="3909624" y="2158415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57" name="Google Shape;657;p38"/>
            <p:cNvSpPr/>
            <p:nvPr/>
          </p:nvSpPr>
          <p:spPr>
            <a:xfrm>
              <a:off x="3773897" y="2154201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58" name="Google Shape;658;p38"/>
            <p:cNvSpPr/>
            <p:nvPr/>
          </p:nvSpPr>
          <p:spPr>
            <a:xfrm>
              <a:off x="4394836" y="2419250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59" name="Google Shape;659;p38"/>
            <p:cNvSpPr/>
            <p:nvPr/>
          </p:nvSpPr>
          <p:spPr>
            <a:xfrm>
              <a:off x="3918004" y="2447363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60" name="Google Shape;660;p38"/>
            <p:cNvSpPr/>
            <p:nvPr/>
          </p:nvSpPr>
          <p:spPr>
            <a:xfrm>
              <a:off x="4025034" y="2166401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61" name="Google Shape;661;p38"/>
            <p:cNvSpPr/>
            <p:nvPr/>
          </p:nvSpPr>
          <p:spPr>
            <a:xfrm>
              <a:off x="4404050" y="2237548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62" name="Google Shape;662;p38"/>
            <p:cNvSpPr/>
            <p:nvPr/>
          </p:nvSpPr>
          <p:spPr>
            <a:xfrm>
              <a:off x="4204725" y="1900950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63" name="Google Shape;663;p38"/>
            <p:cNvSpPr/>
            <p:nvPr/>
          </p:nvSpPr>
          <p:spPr>
            <a:xfrm>
              <a:off x="4587138" y="1906745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64" name="Google Shape;664;p38"/>
            <p:cNvSpPr/>
            <p:nvPr/>
          </p:nvSpPr>
          <p:spPr>
            <a:xfrm>
              <a:off x="4045497" y="2436495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65" name="Google Shape;665;p38"/>
            <p:cNvSpPr/>
            <p:nvPr/>
          </p:nvSpPr>
          <p:spPr>
            <a:xfrm>
              <a:off x="4777636" y="190251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 </a:t>
              </a:r>
            </a:p>
          </p:txBody>
        </p:sp>
        <p:sp>
          <p:nvSpPr>
            <p:cNvPr id="666" name="Google Shape;666;p38"/>
            <p:cNvSpPr/>
            <p:nvPr/>
          </p:nvSpPr>
          <p:spPr>
            <a:xfrm>
              <a:off x="4931026" y="1886444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67" name="Google Shape;667;p38"/>
            <p:cNvSpPr/>
            <p:nvPr/>
          </p:nvSpPr>
          <p:spPr>
            <a:xfrm>
              <a:off x="5080019" y="1933675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68" name="Google Shape;668;p38"/>
            <p:cNvSpPr/>
            <p:nvPr/>
          </p:nvSpPr>
          <p:spPr>
            <a:xfrm>
              <a:off x="4746150" y="2078150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69" name="Google Shape;669;p38"/>
            <p:cNvSpPr/>
            <p:nvPr/>
          </p:nvSpPr>
          <p:spPr>
            <a:xfrm>
              <a:off x="4754550" y="2233650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70" name="Google Shape;670;p38"/>
            <p:cNvSpPr/>
            <p:nvPr/>
          </p:nvSpPr>
          <p:spPr>
            <a:xfrm>
              <a:off x="3773897" y="2288548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71" name="Google Shape;671;p38"/>
            <p:cNvSpPr/>
            <p:nvPr/>
          </p:nvSpPr>
          <p:spPr>
            <a:xfrm>
              <a:off x="4391336" y="2044250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72" name="Google Shape;672;p38"/>
            <p:cNvSpPr/>
            <p:nvPr/>
          </p:nvSpPr>
          <p:spPr>
            <a:xfrm>
              <a:off x="4955975" y="2200275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73" name="Google Shape;673;p38"/>
            <p:cNvSpPr/>
            <p:nvPr/>
          </p:nvSpPr>
          <p:spPr>
            <a:xfrm>
              <a:off x="5083588" y="2083024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74" name="Google Shape;674;p38"/>
            <p:cNvSpPr/>
            <p:nvPr/>
          </p:nvSpPr>
          <p:spPr>
            <a:xfrm>
              <a:off x="4396886" y="1900990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75" name="Google Shape;675;p38"/>
            <p:cNvSpPr/>
            <p:nvPr/>
          </p:nvSpPr>
          <p:spPr>
            <a:xfrm>
              <a:off x="4760237" y="2418820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 </a:t>
              </a:r>
            </a:p>
          </p:txBody>
        </p:sp>
        <p:sp>
          <p:nvSpPr>
            <p:cNvPr id="676" name="Google Shape;676;p38"/>
            <p:cNvSpPr/>
            <p:nvPr/>
          </p:nvSpPr>
          <p:spPr>
            <a:xfrm>
              <a:off x="5341124" y="1931050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77" name="Google Shape;677;p38"/>
            <p:cNvSpPr/>
            <p:nvPr/>
          </p:nvSpPr>
          <p:spPr>
            <a:xfrm>
              <a:off x="5362844" y="2111893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78" name="Google Shape;678;p38"/>
            <p:cNvSpPr/>
            <p:nvPr/>
          </p:nvSpPr>
          <p:spPr>
            <a:xfrm>
              <a:off x="5357924" y="2275430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79" name="Google Shape;679;p38"/>
            <p:cNvSpPr/>
            <p:nvPr/>
          </p:nvSpPr>
          <p:spPr>
            <a:xfrm>
              <a:off x="5126295" y="2433735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80" name="Google Shape;680;p38"/>
            <p:cNvSpPr/>
            <p:nvPr/>
          </p:nvSpPr>
          <p:spPr>
            <a:xfrm>
              <a:off x="3780800" y="2033349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81" name="Google Shape;681;p38"/>
            <p:cNvSpPr/>
            <p:nvPr/>
          </p:nvSpPr>
          <p:spPr>
            <a:xfrm>
              <a:off x="5841364" y="1905708"/>
              <a:ext cx="67800" cy="6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82" name="Google Shape;682;p38"/>
            <p:cNvSpPr/>
            <p:nvPr/>
          </p:nvSpPr>
          <p:spPr>
            <a:xfrm>
              <a:off x="5665563" y="1906403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83" name="Google Shape;683;p38"/>
            <p:cNvSpPr/>
            <p:nvPr/>
          </p:nvSpPr>
          <p:spPr>
            <a:xfrm>
              <a:off x="5363585" y="2421863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/>
                <a:t> </a:t>
              </a:r>
            </a:p>
          </p:txBody>
        </p:sp>
        <p:sp>
          <p:nvSpPr>
            <p:cNvPr id="684" name="Google Shape;684;p38"/>
            <p:cNvSpPr/>
            <p:nvPr/>
          </p:nvSpPr>
          <p:spPr>
            <a:xfrm>
              <a:off x="5069766" y="2316263"/>
              <a:ext cx="51000" cy="5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dirty="0"/>
                <a:t> </a:t>
              </a:r>
            </a:p>
          </p:txBody>
        </p:sp>
      </p:grpSp>
      <p:pic>
        <p:nvPicPr>
          <p:cNvPr id="685" name="Google Shape;685;p38"/>
          <p:cNvPicPr preferRelativeResize="0"/>
          <p:nvPr/>
        </p:nvPicPr>
        <p:blipFill>
          <a:blip r:embed="rId4" cstate="screen"/>
          <a:stretch>
            <a:fillRect/>
          </a:stretch>
        </p:blipFill>
        <p:spPr>
          <a:xfrm rot="-703312">
            <a:off x="4309508" y="2148696"/>
            <a:ext cx="4549886" cy="2559312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38"/>
          <p:cNvSpPr/>
          <p:nvPr/>
        </p:nvSpPr>
        <p:spPr>
          <a:xfrm rot="-1548279">
            <a:off x="4113332" y="1717996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7" name="Google Shape;687;p38"/>
          <p:cNvSpPr/>
          <p:nvPr/>
        </p:nvSpPr>
        <p:spPr>
          <a:xfrm rot="-1547762">
            <a:off x="4619036" y="2326256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8" name="Google Shape;688;p38"/>
          <p:cNvSpPr/>
          <p:nvPr/>
        </p:nvSpPr>
        <p:spPr>
          <a:xfrm rot="-1547762">
            <a:off x="3682261" y="992056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9" name="Google Shape;689;p38"/>
          <p:cNvSpPr/>
          <p:nvPr/>
        </p:nvSpPr>
        <p:spPr>
          <a:xfrm rot="-1548197">
            <a:off x="4137534" y="1236163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0" name="Google Shape;690;p38"/>
          <p:cNvSpPr/>
          <p:nvPr/>
        </p:nvSpPr>
        <p:spPr>
          <a:xfrm rot="-1547762">
            <a:off x="3886811" y="3558931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1" name="Google Shape;691;p38"/>
          <p:cNvSpPr/>
          <p:nvPr/>
        </p:nvSpPr>
        <p:spPr>
          <a:xfrm rot="-1548279">
            <a:off x="3832132" y="4204196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2" name="Google Shape;692;p38"/>
          <p:cNvSpPr/>
          <p:nvPr/>
        </p:nvSpPr>
        <p:spPr>
          <a:xfrm rot="-1548197">
            <a:off x="4137534" y="1236163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" name="Google Shape;682;p38">
            <a:extLst>
              <a:ext uri="{FF2B5EF4-FFF2-40B4-BE49-F238E27FC236}">
                <a16:creationId xmlns:a16="http://schemas.microsoft.com/office/drawing/2014/main" id="{4EC592A5-1BEF-9359-78AF-D24F6E9F7044}"/>
              </a:ext>
            </a:extLst>
          </p:cNvPr>
          <p:cNvSpPr/>
          <p:nvPr/>
        </p:nvSpPr>
        <p:spPr>
          <a:xfrm>
            <a:off x="3644848" y="1743165"/>
            <a:ext cx="51000" cy="5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</a:p>
        </p:txBody>
      </p:sp>
      <p:sp>
        <p:nvSpPr>
          <p:cNvPr id="3" name="Google Shape;682;p38">
            <a:extLst>
              <a:ext uri="{FF2B5EF4-FFF2-40B4-BE49-F238E27FC236}">
                <a16:creationId xmlns:a16="http://schemas.microsoft.com/office/drawing/2014/main" id="{22AB4E46-ADE6-E3D6-AA70-6ED07A8B0907}"/>
              </a:ext>
            </a:extLst>
          </p:cNvPr>
          <p:cNvSpPr/>
          <p:nvPr/>
        </p:nvSpPr>
        <p:spPr>
          <a:xfrm>
            <a:off x="3758863" y="1845604"/>
            <a:ext cx="51000" cy="5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</a:p>
        </p:txBody>
      </p:sp>
      <p:sp>
        <p:nvSpPr>
          <p:cNvPr id="4" name="Google Shape;682;p38">
            <a:extLst>
              <a:ext uri="{FF2B5EF4-FFF2-40B4-BE49-F238E27FC236}">
                <a16:creationId xmlns:a16="http://schemas.microsoft.com/office/drawing/2014/main" id="{7F52D460-AB4A-2BF3-532A-047BF89E5F56}"/>
              </a:ext>
            </a:extLst>
          </p:cNvPr>
          <p:cNvSpPr/>
          <p:nvPr/>
        </p:nvSpPr>
        <p:spPr>
          <a:xfrm>
            <a:off x="3884354" y="1932565"/>
            <a:ext cx="51000" cy="5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</a:p>
        </p:txBody>
      </p:sp>
      <p:sp>
        <p:nvSpPr>
          <p:cNvPr id="5" name="Google Shape;682;p38">
            <a:extLst>
              <a:ext uri="{FF2B5EF4-FFF2-40B4-BE49-F238E27FC236}">
                <a16:creationId xmlns:a16="http://schemas.microsoft.com/office/drawing/2014/main" id="{BE5F484A-0D7A-DC1D-22F6-F43D14A7D24E}"/>
              </a:ext>
            </a:extLst>
          </p:cNvPr>
          <p:cNvSpPr/>
          <p:nvPr/>
        </p:nvSpPr>
        <p:spPr>
          <a:xfrm>
            <a:off x="3889949" y="2081279"/>
            <a:ext cx="51000" cy="5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</a:p>
        </p:txBody>
      </p:sp>
      <p:sp>
        <p:nvSpPr>
          <p:cNvPr id="6" name="Google Shape;682;p38">
            <a:extLst>
              <a:ext uri="{FF2B5EF4-FFF2-40B4-BE49-F238E27FC236}">
                <a16:creationId xmlns:a16="http://schemas.microsoft.com/office/drawing/2014/main" id="{427A13FC-719A-5012-8B29-8C15AB61DA16}"/>
              </a:ext>
            </a:extLst>
          </p:cNvPr>
          <p:cNvSpPr/>
          <p:nvPr/>
        </p:nvSpPr>
        <p:spPr>
          <a:xfrm>
            <a:off x="3751560" y="2127010"/>
            <a:ext cx="51000" cy="5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</a:p>
        </p:txBody>
      </p:sp>
      <p:sp>
        <p:nvSpPr>
          <p:cNvPr id="7" name="Google Shape;682;p38">
            <a:extLst>
              <a:ext uri="{FF2B5EF4-FFF2-40B4-BE49-F238E27FC236}">
                <a16:creationId xmlns:a16="http://schemas.microsoft.com/office/drawing/2014/main" id="{0D04BD91-74D3-C96B-C026-A34D7AE1529D}"/>
              </a:ext>
            </a:extLst>
          </p:cNvPr>
          <p:cNvSpPr/>
          <p:nvPr/>
        </p:nvSpPr>
        <p:spPr>
          <a:xfrm>
            <a:off x="3618459" y="2099744"/>
            <a:ext cx="51000" cy="51000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 </a:t>
            </a: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2A0D65E2-F1EB-71EC-30B1-561BD6DA3CA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171540">
            <a:off x="159709" y="256241"/>
            <a:ext cx="1326612" cy="132661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7" name="Google Shape;707;p40"/>
          <p:cNvPicPr preferRelativeResize="0"/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 rot="2308433">
            <a:off x="942206" y="3237336"/>
            <a:ext cx="1046906" cy="1168769"/>
          </a:xfrm>
          <a:prstGeom prst="rect">
            <a:avLst/>
          </a:prstGeom>
          <a:noFill/>
          <a:ln>
            <a:noFill/>
          </a:ln>
        </p:spPr>
      </p:pic>
      <p:pic>
        <p:nvPicPr>
          <p:cNvPr id="708" name="Google Shape;708;p40"/>
          <p:cNvPicPr preferRelativeResize="0"/>
          <p:nvPr/>
        </p:nvPicPr>
        <p:blipFill rotWithShape="1">
          <a:blip r:embed="rId3" cstate="screen"/>
          <a:srcRect/>
          <a:stretch>
            <a:fillRect/>
          </a:stretch>
        </p:blipFill>
        <p:spPr>
          <a:xfrm rot="1052952">
            <a:off x="7042495" y="1593546"/>
            <a:ext cx="1046904" cy="1168771"/>
          </a:xfrm>
          <a:prstGeom prst="rect">
            <a:avLst/>
          </a:prstGeom>
          <a:noFill/>
          <a:ln>
            <a:noFill/>
          </a:ln>
        </p:spPr>
      </p:pic>
      <p:pic>
        <p:nvPicPr>
          <p:cNvPr id="709" name="Google Shape;709;p40"/>
          <p:cNvPicPr preferRelativeResize="0"/>
          <p:nvPr/>
        </p:nvPicPr>
        <p:blipFill rotWithShape="1">
          <a:blip r:embed="rId4" cstate="screen"/>
          <a:srcRect/>
          <a:stretch>
            <a:fillRect/>
          </a:stretch>
        </p:blipFill>
        <p:spPr>
          <a:xfrm rot="-594186">
            <a:off x="985950" y="1404806"/>
            <a:ext cx="939501" cy="1048852"/>
          </a:xfrm>
          <a:prstGeom prst="rect">
            <a:avLst/>
          </a:prstGeom>
          <a:noFill/>
          <a:ln>
            <a:noFill/>
          </a:ln>
        </p:spPr>
      </p:pic>
      <p:sp>
        <p:nvSpPr>
          <p:cNvPr id="711" name="Google Shape;711;p40"/>
          <p:cNvSpPr txBox="1">
            <a:spLocks noGrp="1"/>
          </p:cNvSpPr>
          <p:nvPr>
            <p:ph type="title"/>
          </p:nvPr>
        </p:nvSpPr>
        <p:spPr>
          <a:xfrm rot="-751047">
            <a:off x="1020090" y="1503577"/>
            <a:ext cx="820811" cy="698820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01</a:t>
            </a:r>
          </a:p>
        </p:txBody>
      </p:sp>
      <p:sp>
        <p:nvSpPr>
          <p:cNvPr id="712" name="Google Shape;712;p40"/>
          <p:cNvSpPr txBox="1">
            <a:spLocks noGrp="1"/>
          </p:cNvSpPr>
          <p:nvPr>
            <p:ph type="ctrTitle" idx="2"/>
          </p:nvPr>
        </p:nvSpPr>
        <p:spPr>
          <a:xfrm>
            <a:off x="2173753" y="561832"/>
            <a:ext cx="4796400" cy="1367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ts val="61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sz="5400" dirty="0">
                <a:solidFill>
                  <a:schemeClr val="accent3"/>
                </a:solidFill>
              </a:rPr>
              <a:t>目录</a:t>
            </a:r>
            <a:endParaRPr sz="5400" dirty="0">
              <a:solidFill>
                <a:schemeClr val="accent3"/>
              </a:solidFill>
            </a:endParaRPr>
          </a:p>
        </p:txBody>
      </p:sp>
      <p:sp>
        <p:nvSpPr>
          <p:cNvPr id="713" name="Google Shape;713;p40"/>
          <p:cNvSpPr txBox="1">
            <a:spLocks noGrp="1"/>
          </p:cNvSpPr>
          <p:nvPr>
            <p:ph type="ctrTitle" idx="3"/>
          </p:nvPr>
        </p:nvSpPr>
        <p:spPr>
          <a:xfrm>
            <a:off x="1645463" y="2120465"/>
            <a:ext cx="2726400" cy="6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项目分工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715" name="Google Shape;715;p40"/>
          <p:cNvSpPr txBox="1">
            <a:spLocks noGrp="1"/>
          </p:cNvSpPr>
          <p:nvPr>
            <p:ph type="ctrTitle" idx="5"/>
          </p:nvPr>
        </p:nvSpPr>
        <p:spPr>
          <a:xfrm>
            <a:off x="4772188" y="2120465"/>
            <a:ext cx="2726400" cy="607500"/>
          </a:xfrm>
          <a:prstGeom prst="rect">
            <a:avLst/>
          </a:prstGeom>
        </p:spPr>
        <p:txBody>
          <a:bodyPr spcFirstLastPara="1" wrap="non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难点解决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717" name="Google Shape;717;p40"/>
          <p:cNvSpPr txBox="1">
            <a:spLocks noGrp="1"/>
          </p:cNvSpPr>
          <p:nvPr>
            <p:ph type="ctrTitle" idx="7"/>
          </p:nvPr>
        </p:nvSpPr>
        <p:spPr>
          <a:xfrm>
            <a:off x="1645463" y="3467265"/>
            <a:ext cx="2726400" cy="607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项目特色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719" name="Google Shape;719;p40"/>
          <p:cNvSpPr txBox="1">
            <a:spLocks noGrp="1"/>
          </p:cNvSpPr>
          <p:nvPr>
            <p:ph type="ctrTitle" idx="9"/>
          </p:nvPr>
        </p:nvSpPr>
        <p:spPr>
          <a:xfrm>
            <a:off x="4772188" y="3467265"/>
            <a:ext cx="2726400" cy="607500"/>
          </a:xfrm>
          <a:prstGeom prst="rect">
            <a:avLst/>
          </a:prstGeom>
        </p:spPr>
        <p:txBody>
          <a:bodyPr spcFirstLastPara="1" wrap="none" lIns="91425" tIns="91425" rIns="91425" bIns="91425" anchor="b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zh-CN" altLang="en-US" dirty="0"/>
              <a:t>总结演示</a:t>
            </a:r>
            <a:endParaRPr dirty="0">
              <a:solidFill>
                <a:schemeClr val="dk2"/>
              </a:solidFill>
            </a:endParaRPr>
          </a:p>
        </p:txBody>
      </p:sp>
      <p:sp>
        <p:nvSpPr>
          <p:cNvPr id="720" name="Google Shape;720;p40"/>
          <p:cNvSpPr txBox="1">
            <a:spLocks noGrp="1"/>
          </p:cNvSpPr>
          <p:nvPr>
            <p:ph type="title" idx="13"/>
          </p:nvPr>
        </p:nvSpPr>
        <p:spPr>
          <a:xfrm rot="504329">
            <a:off x="1055200" y="3472376"/>
            <a:ext cx="820918" cy="698686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03</a:t>
            </a:r>
          </a:p>
        </p:txBody>
      </p:sp>
      <p:sp>
        <p:nvSpPr>
          <p:cNvPr id="721" name="Google Shape;721;p40"/>
          <p:cNvSpPr txBox="1">
            <a:spLocks noGrp="1"/>
          </p:cNvSpPr>
          <p:nvPr>
            <p:ph type="title" idx="15"/>
          </p:nvPr>
        </p:nvSpPr>
        <p:spPr>
          <a:xfrm rot="1180413">
            <a:off x="7170398" y="1766754"/>
            <a:ext cx="820708" cy="698678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02</a:t>
            </a:r>
          </a:p>
        </p:txBody>
      </p:sp>
      <p:pic>
        <p:nvPicPr>
          <p:cNvPr id="722" name="Google Shape;722;p40"/>
          <p:cNvPicPr preferRelativeResize="0"/>
          <p:nvPr/>
        </p:nvPicPr>
        <p:blipFill rotWithShape="1">
          <a:blip r:embed="rId5" cstate="screen"/>
          <a:srcRect/>
          <a:stretch>
            <a:fillRect/>
          </a:stretch>
        </p:blipFill>
        <p:spPr>
          <a:xfrm rot="-254469">
            <a:off x="7116560" y="3213432"/>
            <a:ext cx="997652" cy="1113771"/>
          </a:xfrm>
          <a:prstGeom prst="rect">
            <a:avLst/>
          </a:prstGeom>
          <a:noFill/>
          <a:ln>
            <a:noFill/>
          </a:ln>
        </p:spPr>
      </p:pic>
      <p:sp>
        <p:nvSpPr>
          <p:cNvPr id="723" name="Google Shape;723;p40"/>
          <p:cNvSpPr txBox="1">
            <a:spLocks noGrp="1"/>
          </p:cNvSpPr>
          <p:nvPr>
            <p:ph type="title" idx="14"/>
          </p:nvPr>
        </p:nvSpPr>
        <p:spPr>
          <a:xfrm rot="-751047">
            <a:off x="7197975" y="3385779"/>
            <a:ext cx="820811" cy="698820"/>
          </a:xfrm>
          <a:prstGeom prst="rect">
            <a:avLst/>
          </a:prstGeom>
        </p:spPr>
        <p:txBody>
          <a:bodyPr spcFirstLastPara="1" wrap="non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04</a:t>
            </a:r>
          </a:p>
        </p:txBody>
      </p:sp>
      <p:sp>
        <p:nvSpPr>
          <p:cNvPr id="724" name="Google Shape;724;p40"/>
          <p:cNvSpPr/>
          <p:nvPr/>
        </p:nvSpPr>
        <p:spPr>
          <a:xfrm rot="-1548197">
            <a:off x="2434809" y="1742538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5" name="Google Shape;725;p40"/>
          <p:cNvSpPr/>
          <p:nvPr/>
        </p:nvSpPr>
        <p:spPr>
          <a:xfrm rot="-1548197">
            <a:off x="6491359" y="1541750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0"/>
            <a:ext cx="453650" cy="1231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948327C-838B-A7B8-B50A-82C1632B37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463728">
            <a:off x="2083541" y="319574"/>
            <a:ext cx="1214206" cy="1193231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占位符 4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7" name="矩形 6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chemeClr val="bg2">
              <a:lumMod val="10000"/>
              <a:alpha val="3019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685800">
              <a:buClrTx/>
            </a:pPr>
            <a:endParaRPr lang="zh-CN" altLang="en-US" sz="1350" kern="1200">
              <a:solidFill>
                <a:srgbClr val="FFFFFF"/>
              </a:solidFill>
              <a:latin typeface="微软雅黑"/>
              <a:ea typeface="微软雅黑"/>
              <a:sym typeface="微软雅黑"/>
            </a:endParaRPr>
          </a:p>
        </p:txBody>
      </p:sp>
      <p:sp>
        <p:nvSpPr>
          <p:cNvPr id="6" name="文本框 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2009775" y="1826348"/>
            <a:ext cx="53282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685800">
              <a:buClrTx/>
            </a:pPr>
            <a:r>
              <a:rPr lang="en-US" altLang="zh-CN" sz="6600" b="1" kern="1200" dirty="0">
                <a:solidFill>
                  <a:srgbClr val="FFFFFF"/>
                </a:solidFill>
                <a:latin typeface="微软雅黑"/>
                <a:ea typeface="微软雅黑"/>
                <a:cs typeface="+mn-cs"/>
                <a:sym typeface="微软雅黑"/>
              </a:rPr>
              <a:t>01 </a:t>
            </a:r>
            <a:r>
              <a:rPr lang="zh-CN" altLang="en-US" sz="6600" b="1" kern="1200" dirty="0">
                <a:solidFill>
                  <a:srgbClr val="FFFFFF"/>
                </a:solidFill>
                <a:latin typeface="微软雅黑"/>
                <a:ea typeface="微软雅黑"/>
                <a:cs typeface="+mn-cs"/>
                <a:sym typeface="微软雅黑"/>
              </a:rPr>
              <a:t>项目分工</a:t>
            </a:r>
          </a:p>
        </p:txBody>
      </p:sp>
      <p:sp>
        <p:nvSpPr>
          <p:cNvPr id="10" name="TextBox 4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3822206" y="4806892"/>
            <a:ext cx="184731" cy="20774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685800">
              <a:buClrTx/>
            </a:pPr>
            <a:endParaRPr lang="id-ID" sz="750" kern="1200" spc="225" dirty="0">
              <a:solidFill>
                <a:srgbClr val="FFFFFF">
                  <a:lumMod val="75000"/>
                </a:srgbClr>
              </a:solidFill>
              <a:latin typeface="微软雅黑"/>
              <a:ea typeface="微软雅黑"/>
              <a:cs typeface="Segoe UI" panose="020B0502040204020203" pitchFamily="34" charset="0"/>
              <a:sym typeface="微软雅黑"/>
            </a:endParaRPr>
          </a:p>
        </p:txBody>
      </p:sp>
      <p:sp>
        <p:nvSpPr>
          <p:cNvPr id="2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pPr defTabSz="685800">
              <a:buClrTx/>
            </a:pPr>
            <a:r>
              <a:rPr lang="en-US" altLang="zh-CN" sz="100" kern="1200">
                <a:latin typeface="微软雅黑"/>
                <a:ea typeface="微软雅黑"/>
                <a:cs typeface="+mn-cs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 kern="1200">
              <a:latin typeface="微软雅黑"/>
              <a:ea typeface="微软雅黑"/>
              <a:cs typeface="+mn-cs"/>
              <a:sym typeface="微软雅黑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6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微软雅黑"/>
              <a:ea typeface="微软雅黑"/>
              <a:sym typeface="微软雅黑"/>
            </a:endParaRPr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8AE2E304-6B7D-9ABC-07BA-14770DB182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" y="35208"/>
            <a:ext cx="8066563" cy="5122157"/>
          </a:xfrm>
          <a:prstGeom prst="rect">
            <a:avLst/>
          </a:prstGeom>
        </p:spPr>
      </p:pic>
      <p:grpSp>
        <p:nvGrpSpPr>
          <p:cNvPr id="11" name="Group 1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GrpSpPr/>
          <p:nvPr/>
        </p:nvGrpSpPr>
        <p:grpSpPr>
          <a:xfrm>
            <a:off x="712531" y="2833156"/>
            <a:ext cx="2061953" cy="1677884"/>
            <a:chOff x="1019174" y="2347363"/>
            <a:chExt cx="3128343" cy="2353498"/>
          </a:xfrm>
        </p:grpSpPr>
        <p:sp>
          <p:nvSpPr>
            <p:cNvPr id="9" name="Rectangle 8"/>
            <p:cNvSpPr/>
            <p:nvPr/>
          </p:nvSpPr>
          <p:spPr>
            <a:xfrm>
              <a:off x="1085850" y="2347363"/>
              <a:ext cx="3061667" cy="235349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l"/>
              <a:r>
                <a:rPr lang="en-US" altLang="zh-CN" sz="18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1.    </a:t>
              </a:r>
              <a:r>
                <a:rPr lang="zh-CN" altLang="zh-CN" sz="16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游戏视图设计</a:t>
              </a:r>
            </a:p>
            <a:p>
              <a:pPr algn="l"/>
              <a:r>
                <a:rPr lang="en-US" altLang="zh-CN" sz="16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2.    </a:t>
              </a:r>
              <a:r>
                <a:rPr lang="zh-CN" altLang="zh-CN" sz="16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底层逻辑实现</a:t>
              </a:r>
            </a:p>
            <a:p>
              <a:pPr marL="342900" indent="-342900" algn="l">
                <a:buAutoNum type="arabicPeriod" startAt="3"/>
              </a:pPr>
              <a:r>
                <a:rPr lang="zh-CN" altLang="zh-CN" sz="16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开发双人模式</a:t>
              </a:r>
              <a:endParaRPr lang="en-US" altLang="zh-CN" sz="16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342900" indent="-342900" algn="l">
                <a:buAutoNum type="arabicPeriod" startAt="3"/>
              </a:pPr>
              <a:r>
                <a:rPr lang="zh-CN" altLang="en-US" sz="16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开发</a:t>
              </a:r>
              <a:r>
                <a:rPr lang="zh-CN" altLang="zh-CN" sz="16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限时模式</a:t>
              </a:r>
              <a:endParaRPr lang="en-US" altLang="zh-CN" sz="16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342900" indent="-342900" algn="l">
                <a:buAutoNum type="arabicPeriod" startAt="3"/>
              </a:pPr>
              <a:r>
                <a:rPr lang="zh-CN" altLang="en-US" sz="16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小组报告撰写</a:t>
              </a:r>
              <a:endParaRPr lang="zh-CN" altLang="zh-CN" sz="1600" b="1" kern="100" dirty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sz="1050" dirty="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019174" y="2457451"/>
              <a:ext cx="69364" cy="224341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微软雅黑"/>
                <a:ea typeface="微软雅黑"/>
                <a:sym typeface="微软雅黑"/>
              </a:endParaRPr>
            </a:p>
          </p:txBody>
        </p:sp>
      </p:grpSp>
      <p:sp>
        <p:nvSpPr>
          <p:cNvPr id="2" name="Title 1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>
            <a:spLocks noGrp="1"/>
          </p:cNvSpPr>
          <p:nvPr>
            <p:ph type="title"/>
          </p:nvPr>
        </p:nvSpPr>
        <p:spPr>
          <a:xfrm>
            <a:off x="591343" y="699963"/>
            <a:ext cx="7886700" cy="994172"/>
          </a:xfrm>
        </p:spPr>
        <p:txBody>
          <a:bodyPr>
            <a:normAutofit/>
          </a:bodyPr>
          <a:lstStyle/>
          <a:p>
            <a:br>
              <a:rPr lang="en-US" b="1" dirty="0">
                <a:latin typeface="微软雅黑"/>
                <a:ea typeface="微软雅黑"/>
                <a:sym typeface="微软雅黑"/>
              </a:rPr>
            </a:br>
            <a:r>
              <a:rPr lang="en-US" altLang="zh-CN" sz="2800" b="1" dirty="0">
                <a:latin typeface="微软雅黑"/>
                <a:ea typeface="微软雅黑"/>
                <a:sym typeface="微软雅黑"/>
              </a:rPr>
              <a:t>***</a:t>
            </a:r>
            <a:r>
              <a:rPr lang="zh-CN" altLang="en-US" sz="2800" b="1" dirty="0">
                <a:latin typeface="微软雅黑"/>
                <a:ea typeface="微软雅黑"/>
                <a:sym typeface="微软雅黑"/>
              </a:rPr>
              <a:t>：</a:t>
            </a:r>
            <a:r>
              <a:rPr lang="en-US" altLang="zh-CN" sz="2800" b="1" dirty="0">
                <a:latin typeface="微软雅黑"/>
                <a:ea typeface="微软雅黑"/>
                <a:sym typeface="微软雅黑"/>
              </a:rPr>
              <a:t>70%</a:t>
            </a:r>
            <a:endParaRPr lang="en-US" b="1" dirty="0">
              <a:latin typeface="微软雅黑"/>
              <a:ea typeface="微软雅黑"/>
              <a:sym typeface="微软雅黑"/>
            </a:endParaRPr>
          </a:p>
        </p:txBody>
      </p:sp>
      <p:grpSp>
        <p:nvGrpSpPr>
          <p:cNvPr id="16" name="Group 1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GrpSpPr/>
          <p:nvPr/>
        </p:nvGrpSpPr>
        <p:grpSpPr>
          <a:xfrm>
            <a:off x="6142594" y="2911640"/>
            <a:ext cx="2193095" cy="1590326"/>
            <a:chOff x="8044875" y="1698743"/>
            <a:chExt cx="3094259" cy="2126341"/>
          </a:xfrm>
        </p:grpSpPr>
        <p:sp>
          <p:nvSpPr>
            <p:cNvPr id="17" name="Rectangle 8"/>
            <p:cNvSpPr/>
            <p:nvPr/>
          </p:nvSpPr>
          <p:spPr>
            <a:xfrm>
              <a:off x="8202060" y="1698743"/>
              <a:ext cx="2937074" cy="212633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342900" lvl="0" indent="-342900" algn="l">
                <a:buFont typeface="+mj-lt"/>
                <a:buAutoNum type="arabicPeriod"/>
              </a:pPr>
              <a:r>
                <a:rPr lang="zh-CN" altLang="zh-CN" sz="1600" b="1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积分系统</a:t>
              </a:r>
              <a:r>
                <a:rPr lang="zh-CN" altLang="en-US" sz="1600" b="1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实现</a:t>
              </a:r>
              <a:endParaRPr lang="zh-CN" altLang="zh-CN" sz="1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342900" lvl="0" indent="-342900" algn="l">
                <a:buFont typeface="+mj-lt"/>
                <a:buAutoNum type="arabicPeriod"/>
              </a:pPr>
              <a:r>
                <a:rPr lang="zh-CN" altLang="zh-CN" sz="1600" b="1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音乐播放功能</a:t>
              </a:r>
              <a:endParaRPr lang="zh-CN" altLang="zh-CN" sz="1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342900" lvl="0" indent="-342900" algn="l">
                <a:buFont typeface="+mj-lt"/>
                <a:buAutoNum type="arabicPeriod"/>
              </a:pPr>
              <a:r>
                <a:rPr lang="zh-CN" altLang="en-US" sz="1600" b="1" kern="100" dirty="0"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ea typeface="宋体" panose="02010600030101010101" pitchFamily="2" charset="-122"/>
                </a:rPr>
                <a:t>排行榜功能实现</a:t>
              </a:r>
              <a:endParaRPr lang="en-US" altLang="zh-CN" sz="1600" b="1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marL="342900" lvl="0" indent="-342900" algn="l">
                <a:buFont typeface="+mj-lt"/>
                <a:buAutoNum type="arabicPeriod"/>
              </a:pPr>
              <a:r>
                <a:rPr lang="zh-CN" altLang="en-US" sz="16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汇报</a:t>
              </a:r>
              <a:r>
                <a:rPr lang="en-US" altLang="zh-CN" sz="16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PPT</a:t>
              </a:r>
              <a:r>
                <a:rPr lang="zh-CN" altLang="en-US" sz="1600" b="1" kern="100" dirty="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rPr>
                <a:t>制作</a:t>
              </a:r>
              <a:endParaRPr lang="zh-CN" altLang="zh-CN" sz="1600" kern="100" dirty="0"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</a:endParaRPr>
            </a:p>
            <a:p>
              <a:pPr algn="ctr"/>
              <a:endParaRPr lang="en-US" sz="1050" dirty="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18" name="Rectangle 9"/>
            <p:cNvSpPr/>
            <p:nvPr/>
          </p:nvSpPr>
          <p:spPr>
            <a:xfrm>
              <a:off x="8044875" y="2072484"/>
              <a:ext cx="66674" cy="175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微软雅黑"/>
                <a:ea typeface="微软雅黑"/>
                <a:sym typeface="微软雅黑"/>
              </a:endParaRPr>
            </a:p>
          </p:txBody>
        </p:sp>
      </p:grpSp>
      <p:grpSp>
        <p:nvGrpSpPr>
          <p:cNvPr id="34" name="组合 33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GrpSpPr/>
          <p:nvPr/>
        </p:nvGrpSpPr>
        <p:grpSpPr>
          <a:xfrm>
            <a:off x="639836" y="1666778"/>
            <a:ext cx="2236275" cy="34289"/>
            <a:chOff x="996067" y="1653034"/>
            <a:chExt cx="2981700" cy="240749"/>
          </a:xfrm>
        </p:grpSpPr>
        <p:sp>
          <p:nvSpPr>
            <p:cNvPr id="25" name="矩形 24"/>
            <p:cNvSpPr/>
            <p:nvPr/>
          </p:nvSpPr>
          <p:spPr>
            <a:xfrm>
              <a:off x="996067" y="1653034"/>
              <a:ext cx="259343" cy="2407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26" name="矩形 25"/>
            <p:cNvSpPr/>
            <p:nvPr/>
          </p:nvSpPr>
          <p:spPr>
            <a:xfrm>
              <a:off x="1255410" y="1653034"/>
              <a:ext cx="259343" cy="240749"/>
            </a:xfrm>
            <a:prstGeom prst="rect">
              <a:avLst/>
            </a:prstGeom>
            <a:solidFill>
              <a:srgbClr val="8524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27" name="矩形 26"/>
            <p:cNvSpPr/>
            <p:nvPr/>
          </p:nvSpPr>
          <p:spPr>
            <a:xfrm>
              <a:off x="1508616" y="1653034"/>
              <a:ext cx="259343" cy="240749"/>
            </a:xfrm>
            <a:prstGeom prst="rect">
              <a:avLst/>
            </a:prstGeom>
            <a:solidFill>
              <a:srgbClr val="A62D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28" name="矩形 27"/>
            <p:cNvSpPr/>
            <p:nvPr/>
          </p:nvSpPr>
          <p:spPr>
            <a:xfrm>
              <a:off x="1761822" y="1653034"/>
              <a:ext cx="259343" cy="24074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29" name="矩形 28"/>
            <p:cNvSpPr/>
            <p:nvPr/>
          </p:nvSpPr>
          <p:spPr>
            <a:xfrm>
              <a:off x="2008891" y="1653034"/>
              <a:ext cx="259343" cy="240749"/>
            </a:xfrm>
            <a:prstGeom prst="rect">
              <a:avLst/>
            </a:prstGeom>
            <a:solidFill>
              <a:srgbClr val="C16B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30" name="矩形 29"/>
            <p:cNvSpPr/>
            <p:nvPr/>
          </p:nvSpPr>
          <p:spPr>
            <a:xfrm>
              <a:off x="2233711" y="1653034"/>
              <a:ext cx="259343" cy="24074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31" name="矩形 30"/>
            <p:cNvSpPr/>
            <p:nvPr/>
          </p:nvSpPr>
          <p:spPr>
            <a:xfrm>
              <a:off x="2493054" y="1653034"/>
              <a:ext cx="259343" cy="2407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32" name="矩形 31"/>
            <p:cNvSpPr/>
            <p:nvPr/>
          </p:nvSpPr>
          <p:spPr>
            <a:xfrm>
              <a:off x="2740123" y="1653034"/>
              <a:ext cx="990575" cy="2407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33" name="矩形 32"/>
            <p:cNvSpPr/>
            <p:nvPr/>
          </p:nvSpPr>
          <p:spPr>
            <a:xfrm>
              <a:off x="3718424" y="1653034"/>
              <a:ext cx="259343" cy="240749"/>
            </a:xfrm>
            <a:prstGeom prst="rect">
              <a:avLst/>
            </a:prstGeom>
            <a:solidFill>
              <a:srgbClr val="F1DC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</p:grpSp>
      <p:sp>
        <p:nvSpPr>
          <p:cNvPr id="35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微软雅黑"/>
                <a:ea typeface="微软雅黑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1"/>
            <a:ext cx="340238" cy="179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sp>
        <p:nvSpPr>
          <p:cNvPr id="37" name="Title 1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3D4185A9-8BC8-8549-451C-6FD6E41C6152}"/>
              </a:ext>
            </a:extLst>
          </p:cNvPr>
          <p:cNvSpPr txBox="1">
            <a:spLocks/>
          </p:cNvSpPr>
          <p:nvPr/>
        </p:nvSpPr>
        <p:spPr>
          <a:xfrm>
            <a:off x="6063513" y="699962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buClrTx/>
              <a:buFontTx/>
            </a:pPr>
            <a:br>
              <a:rPr lang="en-US" b="1" dirty="0">
                <a:latin typeface="微软雅黑"/>
                <a:ea typeface="微软雅黑"/>
                <a:sym typeface="微软雅黑"/>
              </a:rPr>
            </a:br>
            <a:r>
              <a:rPr lang="en-US" altLang="zh-CN" sz="2900" b="1" dirty="0">
                <a:latin typeface="微软雅黑"/>
                <a:ea typeface="微软雅黑"/>
                <a:sym typeface="微软雅黑"/>
              </a:rPr>
              <a:t>***</a:t>
            </a:r>
            <a:r>
              <a:rPr lang="zh-CN" altLang="en-US" sz="2900" b="1" dirty="0">
                <a:latin typeface="微软雅黑"/>
                <a:ea typeface="微软雅黑"/>
                <a:sym typeface="微软雅黑"/>
              </a:rPr>
              <a:t>：</a:t>
            </a:r>
            <a:r>
              <a:rPr lang="en-US" altLang="zh-CN" sz="2900" b="1" dirty="0">
                <a:latin typeface="微软雅黑"/>
                <a:ea typeface="微软雅黑"/>
                <a:sym typeface="微软雅黑"/>
              </a:rPr>
              <a:t>30%</a:t>
            </a:r>
            <a:endParaRPr lang="en-US" b="1" dirty="0">
              <a:latin typeface="微软雅黑"/>
              <a:ea typeface="微软雅黑"/>
              <a:sym typeface="微软雅黑"/>
            </a:endParaRPr>
          </a:p>
        </p:txBody>
      </p:sp>
      <p:grpSp>
        <p:nvGrpSpPr>
          <p:cNvPr id="38" name="组合 37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ADD1D267-7F17-E4CA-4BC6-D83C8752DE84}"/>
              </a:ext>
            </a:extLst>
          </p:cNvPr>
          <p:cNvGrpSpPr/>
          <p:nvPr/>
        </p:nvGrpSpPr>
        <p:grpSpPr>
          <a:xfrm>
            <a:off x="6112006" y="1632489"/>
            <a:ext cx="2236275" cy="34289"/>
            <a:chOff x="996067" y="1653034"/>
            <a:chExt cx="2981700" cy="240749"/>
          </a:xfrm>
        </p:grpSpPr>
        <p:sp>
          <p:nvSpPr>
            <p:cNvPr id="39" name="矩形 38">
              <a:extLst>
                <a:ext uri="{FF2B5EF4-FFF2-40B4-BE49-F238E27FC236}">
                  <a16:creationId xmlns:a16="http://schemas.microsoft.com/office/drawing/2014/main" id="{274BB1D4-B3EC-8F01-8678-0ACAB5912688}"/>
                </a:ext>
              </a:extLst>
            </p:cNvPr>
            <p:cNvSpPr/>
            <p:nvPr/>
          </p:nvSpPr>
          <p:spPr>
            <a:xfrm>
              <a:off x="996067" y="1653034"/>
              <a:ext cx="259343" cy="240749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0" name="矩形 39">
              <a:extLst>
                <a:ext uri="{FF2B5EF4-FFF2-40B4-BE49-F238E27FC236}">
                  <a16:creationId xmlns:a16="http://schemas.microsoft.com/office/drawing/2014/main" id="{72E3FDBF-5C4B-9180-85AB-42EA8572215E}"/>
                </a:ext>
              </a:extLst>
            </p:cNvPr>
            <p:cNvSpPr/>
            <p:nvPr/>
          </p:nvSpPr>
          <p:spPr>
            <a:xfrm>
              <a:off x="1255410" y="1653034"/>
              <a:ext cx="259343" cy="240749"/>
            </a:xfrm>
            <a:prstGeom prst="rect">
              <a:avLst/>
            </a:prstGeom>
            <a:solidFill>
              <a:srgbClr val="8524A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id="{586AF46D-8754-5546-ECAA-94934F709E0D}"/>
                </a:ext>
              </a:extLst>
            </p:cNvPr>
            <p:cNvSpPr/>
            <p:nvPr/>
          </p:nvSpPr>
          <p:spPr>
            <a:xfrm>
              <a:off x="1508616" y="1653034"/>
              <a:ext cx="259343" cy="240749"/>
            </a:xfrm>
            <a:prstGeom prst="rect">
              <a:avLst/>
            </a:prstGeom>
            <a:solidFill>
              <a:srgbClr val="A62DD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2" name="矩形 41">
              <a:extLst>
                <a:ext uri="{FF2B5EF4-FFF2-40B4-BE49-F238E27FC236}">
                  <a16:creationId xmlns:a16="http://schemas.microsoft.com/office/drawing/2014/main" id="{ED903559-6932-A45B-F766-30D96E5955AE}"/>
                </a:ext>
              </a:extLst>
            </p:cNvPr>
            <p:cNvSpPr/>
            <p:nvPr/>
          </p:nvSpPr>
          <p:spPr>
            <a:xfrm>
              <a:off x="1761822" y="1653034"/>
              <a:ext cx="259343" cy="240749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3" name="矩形 42">
              <a:extLst>
                <a:ext uri="{FF2B5EF4-FFF2-40B4-BE49-F238E27FC236}">
                  <a16:creationId xmlns:a16="http://schemas.microsoft.com/office/drawing/2014/main" id="{982A7BDD-485A-9AEB-0270-6281450AA17D}"/>
                </a:ext>
              </a:extLst>
            </p:cNvPr>
            <p:cNvSpPr/>
            <p:nvPr/>
          </p:nvSpPr>
          <p:spPr>
            <a:xfrm>
              <a:off x="2008891" y="1653034"/>
              <a:ext cx="259343" cy="240749"/>
            </a:xfrm>
            <a:prstGeom prst="rect">
              <a:avLst/>
            </a:prstGeom>
            <a:solidFill>
              <a:srgbClr val="C16BD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4" name="矩形 43">
              <a:extLst>
                <a:ext uri="{FF2B5EF4-FFF2-40B4-BE49-F238E27FC236}">
                  <a16:creationId xmlns:a16="http://schemas.microsoft.com/office/drawing/2014/main" id="{088774BD-E9A7-D447-B28C-A45A8F83D8AC}"/>
                </a:ext>
              </a:extLst>
            </p:cNvPr>
            <p:cNvSpPr/>
            <p:nvPr/>
          </p:nvSpPr>
          <p:spPr>
            <a:xfrm>
              <a:off x="2233711" y="1653034"/>
              <a:ext cx="259343" cy="240749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5" name="矩形 44">
              <a:extLst>
                <a:ext uri="{FF2B5EF4-FFF2-40B4-BE49-F238E27FC236}">
                  <a16:creationId xmlns:a16="http://schemas.microsoft.com/office/drawing/2014/main" id="{16022D85-4231-22EF-FDAE-C9C0EC77A5CA}"/>
                </a:ext>
              </a:extLst>
            </p:cNvPr>
            <p:cNvSpPr/>
            <p:nvPr/>
          </p:nvSpPr>
          <p:spPr>
            <a:xfrm>
              <a:off x="2493054" y="1653034"/>
              <a:ext cx="259343" cy="2407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6" name="矩形 45">
              <a:extLst>
                <a:ext uri="{FF2B5EF4-FFF2-40B4-BE49-F238E27FC236}">
                  <a16:creationId xmlns:a16="http://schemas.microsoft.com/office/drawing/2014/main" id="{0246886B-6888-0529-ECF5-A0DCD5738ED4}"/>
                </a:ext>
              </a:extLst>
            </p:cNvPr>
            <p:cNvSpPr/>
            <p:nvPr/>
          </p:nvSpPr>
          <p:spPr>
            <a:xfrm>
              <a:off x="2740123" y="1653034"/>
              <a:ext cx="990575" cy="240749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 dirty="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7" name="矩形 46">
              <a:extLst>
                <a:ext uri="{FF2B5EF4-FFF2-40B4-BE49-F238E27FC236}">
                  <a16:creationId xmlns:a16="http://schemas.microsoft.com/office/drawing/2014/main" id="{115D6A3A-2099-080C-63D8-D32D95E18B3F}"/>
                </a:ext>
              </a:extLst>
            </p:cNvPr>
            <p:cNvSpPr/>
            <p:nvPr/>
          </p:nvSpPr>
          <p:spPr>
            <a:xfrm>
              <a:off x="3718424" y="1653034"/>
              <a:ext cx="259343" cy="240749"/>
            </a:xfrm>
            <a:prstGeom prst="rect">
              <a:avLst/>
            </a:prstGeom>
            <a:solidFill>
              <a:srgbClr val="F1DCF8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050">
                <a:latin typeface="微软雅黑"/>
                <a:ea typeface="微软雅黑"/>
                <a:sym typeface="微软雅黑"/>
              </a:endParaRPr>
            </a:p>
          </p:txBody>
        </p:sp>
      </p:grpSp>
      <p:sp>
        <p:nvSpPr>
          <p:cNvPr id="8" name="Google Shape;993;p53">
            <a:extLst>
              <a:ext uri="{FF2B5EF4-FFF2-40B4-BE49-F238E27FC236}">
                <a16:creationId xmlns:a16="http://schemas.microsoft.com/office/drawing/2014/main" id="{472375B0-9D8F-8F03-EB0B-B0F4C5533095}"/>
              </a:ext>
            </a:extLst>
          </p:cNvPr>
          <p:cNvSpPr/>
          <p:nvPr/>
        </p:nvSpPr>
        <p:spPr>
          <a:xfrm>
            <a:off x="3177368" y="622101"/>
            <a:ext cx="836608" cy="819876"/>
          </a:xfrm>
          <a:prstGeom prst="donut">
            <a:avLst>
              <a:gd name="adj" fmla="val 11346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3" name="Google Shape;994;p53">
            <a:extLst>
              <a:ext uri="{FF2B5EF4-FFF2-40B4-BE49-F238E27FC236}">
                <a16:creationId xmlns:a16="http://schemas.microsoft.com/office/drawing/2014/main" id="{97E76CF5-FE74-BC11-70BF-1C623F5FEC12}"/>
              </a:ext>
            </a:extLst>
          </p:cNvPr>
          <p:cNvSpPr/>
          <p:nvPr/>
        </p:nvSpPr>
        <p:spPr>
          <a:xfrm>
            <a:off x="3177411" y="635966"/>
            <a:ext cx="836608" cy="819876"/>
          </a:xfrm>
          <a:prstGeom prst="blockArc">
            <a:avLst>
              <a:gd name="adj1" fmla="val 16222053"/>
              <a:gd name="adj2" fmla="val 1387227"/>
              <a:gd name="adj3" fmla="val 11235"/>
            </a:avLst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" name="Google Shape;993;p53">
            <a:extLst>
              <a:ext uri="{FF2B5EF4-FFF2-40B4-BE49-F238E27FC236}">
                <a16:creationId xmlns:a16="http://schemas.microsoft.com/office/drawing/2014/main" id="{DAB85143-1600-C953-FA25-99ACCA679D70}"/>
              </a:ext>
            </a:extLst>
          </p:cNvPr>
          <p:cNvSpPr/>
          <p:nvPr/>
        </p:nvSpPr>
        <p:spPr>
          <a:xfrm>
            <a:off x="4750122" y="627455"/>
            <a:ext cx="836608" cy="819876"/>
          </a:xfrm>
          <a:prstGeom prst="donut">
            <a:avLst>
              <a:gd name="adj" fmla="val 11346"/>
            </a:avLst>
          </a:prstGeom>
          <a:solidFill>
            <a:schemeClr val="tx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5" name="Google Shape;994;p53">
            <a:extLst>
              <a:ext uri="{FF2B5EF4-FFF2-40B4-BE49-F238E27FC236}">
                <a16:creationId xmlns:a16="http://schemas.microsoft.com/office/drawing/2014/main" id="{C6BA38FB-7732-4052-1F8D-A6E6EFCBE07F}"/>
              </a:ext>
            </a:extLst>
          </p:cNvPr>
          <p:cNvSpPr/>
          <p:nvPr/>
        </p:nvSpPr>
        <p:spPr>
          <a:xfrm>
            <a:off x="4750172" y="627455"/>
            <a:ext cx="836608" cy="819876"/>
          </a:xfrm>
          <a:prstGeom prst="blockArc">
            <a:avLst>
              <a:gd name="adj1" fmla="val 16222053"/>
              <a:gd name="adj2" fmla="val 1387227"/>
              <a:gd name="adj3" fmla="val 11235"/>
            </a:avLst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2" name="图片 21">
            <a:extLst>
              <a:ext uri="{FF2B5EF4-FFF2-40B4-BE49-F238E27FC236}">
                <a16:creationId xmlns:a16="http://schemas.microsoft.com/office/drawing/2014/main" id="{776E5652-1F99-9934-2D90-0C8CD3C249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24787" b="30733"/>
          <a:stretch/>
        </p:blipFill>
        <p:spPr>
          <a:xfrm>
            <a:off x="1348180" y="2019300"/>
            <a:ext cx="828791" cy="453392"/>
          </a:xfrm>
          <a:prstGeom prst="rect">
            <a:avLst/>
          </a:prstGeom>
        </p:spPr>
      </p:pic>
      <p:pic>
        <p:nvPicPr>
          <p:cNvPr id="24" name="图片 23">
            <a:extLst>
              <a:ext uri="{FF2B5EF4-FFF2-40B4-BE49-F238E27FC236}">
                <a16:creationId xmlns:a16="http://schemas.microsoft.com/office/drawing/2014/main" id="{0F87954A-ED4D-4E13-8E33-E8746C147CD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01351" y="2019300"/>
            <a:ext cx="466790" cy="6287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18582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占位符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矩形 1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00315A">
              <a:alpha val="12157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6" name="文本框 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1907858" y="1835372"/>
            <a:ext cx="5328285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685800">
              <a:buClrTx/>
            </a:pPr>
            <a:r>
              <a:rPr lang="en-US" altLang="zh-CN" sz="6600" b="1" kern="1200" dirty="0">
                <a:solidFill>
                  <a:srgbClr val="FFFFFF"/>
                </a:solidFill>
                <a:latin typeface="微软雅黑"/>
                <a:ea typeface="微软雅黑"/>
                <a:cs typeface="+mn-cs"/>
                <a:sym typeface="微软雅黑"/>
              </a:rPr>
              <a:t>02 </a:t>
            </a:r>
            <a:r>
              <a:rPr lang="zh-CN" altLang="en-US" sz="6600" b="1" kern="1200" dirty="0">
                <a:solidFill>
                  <a:srgbClr val="FFFFFF"/>
                </a:solidFill>
                <a:latin typeface="微软雅黑"/>
                <a:ea typeface="微软雅黑"/>
                <a:cs typeface="+mn-cs"/>
                <a:sym typeface="微软雅黑"/>
              </a:rPr>
              <a:t>难点解决</a:t>
            </a:r>
          </a:p>
        </p:txBody>
      </p:sp>
      <p:sp>
        <p:nvSpPr>
          <p:cNvPr id="4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微软雅黑"/>
                <a:ea typeface="微软雅黑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>
              <a:latin typeface="微软雅黑"/>
              <a:ea typeface="微软雅黑"/>
              <a:sym typeface="微软雅黑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-90326" y="2485"/>
            <a:ext cx="9144000" cy="5143500"/>
          </a:xfrm>
          <a:prstGeom prst="rect">
            <a:avLst/>
          </a:prstGeom>
          <a:solidFill>
            <a:srgbClr val="FFFFFF">
              <a:alpha val="6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2" name="Title 1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>
            <a:spLocks noGrp="1"/>
          </p:cNvSpPr>
          <p:nvPr>
            <p:ph type="title"/>
          </p:nvPr>
        </p:nvSpPr>
        <p:spPr>
          <a:xfrm>
            <a:off x="404533" y="-1"/>
            <a:ext cx="7886700" cy="99417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微软雅黑"/>
                <a:ea typeface="微软雅黑"/>
                <a:sym typeface="微软雅黑"/>
              </a:rPr>
            </a:br>
            <a:endParaRPr lang="en-US" b="1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35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微软雅黑"/>
                <a:ea typeface="微软雅黑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1"/>
            <a:ext cx="340238" cy="179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grpSp>
        <p:nvGrpSpPr>
          <p:cNvPr id="38" name="Group 11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EEC5FF86-CDDD-2CBF-C10B-D22D9B56C2DD}"/>
              </a:ext>
            </a:extLst>
          </p:cNvPr>
          <p:cNvGrpSpPr/>
          <p:nvPr/>
        </p:nvGrpSpPr>
        <p:grpSpPr>
          <a:xfrm>
            <a:off x="-27390" y="241735"/>
            <a:ext cx="3045142" cy="680727"/>
            <a:chOff x="6457392" y="2728081"/>
            <a:chExt cx="3045142" cy="680727"/>
          </a:xfrm>
        </p:grpSpPr>
        <p:sp>
          <p:nvSpPr>
            <p:cNvPr id="39" name="Rectangle: Rounded Corners 116">
              <a:extLst>
                <a:ext uri="{FF2B5EF4-FFF2-40B4-BE49-F238E27FC236}">
                  <a16:creationId xmlns:a16="http://schemas.microsoft.com/office/drawing/2014/main" id="{8D945D2F-6B21-D854-0C71-48D0A311F86C}"/>
                </a:ext>
              </a:extLst>
            </p:cNvPr>
            <p:cNvSpPr/>
            <p:nvPr/>
          </p:nvSpPr>
          <p:spPr>
            <a:xfrm>
              <a:off x="6575108" y="2728081"/>
              <a:ext cx="2927426" cy="680727"/>
            </a:xfrm>
            <a:prstGeom prst="roundRect">
              <a:avLst>
                <a:gd name="adj" fmla="val 8395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63500" dir="5400000" algn="t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sym typeface="微软雅黑"/>
                </a:rPr>
                <a:t>游戏框架搭建</a:t>
              </a:r>
              <a:endParaRPr lang="id-ID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0" name="Isosceles Triangle 117">
              <a:extLst>
                <a:ext uri="{FF2B5EF4-FFF2-40B4-BE49-F238E27FC236}">
                  <a16:creationId xmlns:a16="http://schemas.microsoft.com/office/drawing/2014/main" id="{DB7886E0-5820-294E-5D25-A7D4C6652582}"/>
                </a:ext>
              </a:extLst>
            </p:cNvPr>
            <p:cNvSpPr/>
            <p:nvPr/>
          </p:nvSpPr>
          <p:spPr>
            <a:xfrm rot="16200000" flipH="1">
              <a:off x="6438867" y="3009783"/>
              <a:ext cx="154374" cy="11732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微软雅黑"/>
                <a:ea typeface="微软雅黑"/>
                <a:sym typeface="微软雅黑"/>
              </a:endParaRPr>
            </a:p>
          </p:txBody>
        </p:sp>
      </p:grpSp>
      <p:grpSp>
        <p:nvGrpSpPr>
          <p:cNvPr id="41" name="Group 118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B8D0909B-91AA-9096-01B5-ACFF946D0E42}"/>
              </a:ext>
            </a:extLst>
          </p:cNvPr>
          <p:cNvGrpSpPr/>
          <p:nvPr/>
        </p:nvGrpSpPr>
        <p:grpSpPr>
          <a:xfrm>
            <a:off x="55290" y="138458"/>
            <a:ext cx="944790" cy="385106"/>
            <a:chOff x="825304" y="1306119"/>
            <a:chExt cx="944790" cy="385106"/>
          </a:xfrm>
        </p:grpSpPr>
        <p:sp>
          <p:nvSpPr>
            <p:cNvPr id="42" name="Parallelogram 119">
              <a:extLst>
                <a:ext uri="{FF2B5EF4-FFF2-40B4-BE49-F238E27FC236}">
                  <a16:creationId xmlns:a16="http://schemas.microsoft.com/office/drawing/2014/main" id="{9327B7C2-8B82-5159-6F13-E7403A16927E}"/>
                </a:ext>
              </a:extLst>
            </p:cNvPr>
            <p:cNvSpPr/>
            <p:nvPr/>
          </p:nvSpPr>
          <p:spPr>
            <a:xfrm>
              <a:off x="825304" y="1306119"/>
              <a:ext cx="944790" cy="385106"/>
            </a:xfrm>
            <a:prstGeom prst="parallelogram">
              <a:avLst>
                <a:gd name="adj" fmla="val 51563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127000" dist="63500" dir="5400000" algn="t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bg1"/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3" name="TextBox 120">
              <a:extLst>
                <a:ext uri="{FF2B5EF4-FFF2-40B4-BE49-F238E27FC236}">
                  <a16:creationId xmlns:a16="http://schemas.microsoft.com/office/drawing/2014/main" id="{9B5F97F5-07D9-BE4E-DEAD-4129A71E00B2}"/>
                </a:ext>
              </a:extLst>
            </p:cNvPr>
            <p:cNvSpPr txBox="1"/>
            <p:nvPr/>
          </p:nvSpPr>
          <p:spPr>
            <a:xfrm>
              <a:off x="966871" y="1379305"/>
              <a:ext cx="6078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/>
                  <a:ea typeface="微软雅黑"/>
                  <a:cs typeface="Segoe UI" panose="020B0502040204020203" pitchFamily="34" charset="0"/>
                  <a:sym typeface="微软雅黑"/>
                </a:rPr>
                <a:t>难点一</a:t>
              </a:r>
              <a:endParaRPr lang="en-US" sz="1100" dirty="0">
                <a:solidFill>
                  <a:schemeClr val="bg1"/>
                </a:solidFill>
                <a:latin typeface="微软雅黑"/>
                <a:ea typeface="微软雅黑"/>
                <a:cs typeface="Segoe UI" panose="020B0502040204020203" pitchFamily="34" charset="0"/>
                <a:sym typeface="微软雅黑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090571E6-928F-16A0-0778-367285F999A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82076" y="1512500"/>
            <a:ext cx="3606300" cy="2420667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0EF8493F-3946-560E-35E5-11448F0D1245}"/>
              </a:ext>
            </a:extLst>
          </p:cNvPr>
          <p:cNvSpPr txBox="1"/>
          <p:nvPr/>
        </p:nvSpPr>
        <p:spPr>
          <a:xfrm>
            <a:off x="1253397" y="1739590"/>
            <a:ext cx="99914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Box  _Box</a:t>
            </a:r>
            <a:endParaRPr lang="zh-CN" altLang="en-US" dirty="0"/>
          </a:p>
        </p:txBody>
      </p:sp>
      <p:cxnSp>
        <p:nvCxnSpPr>
          <p:cNvPr id="8" name="直接箭头连接符 7">
            <a:extLst>
              <a:ext uri="{FF2B5EF4-FFF2-40B4-BE49-F238E27FC236}">
                <a16:creationId xmlns:a16="http://schemas.microsoft.com/office/drawing/2014/main" id="{41B77EF6-548A-B1AD-797B-158876202182}"/>
              </a:ext>
            </a:extLst>
          </p:cNvPr>
          <p:cNvCxnSpPr/>
          <p:nvPr/>
        </p:nvCxnSpPr>
        <p:spPr>
          <a:xfrm flipH="1" flipV="1">
            <a:off x="2047364" y="2047367"/>
            <a:ext cx="562021" cy="178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9" name="文本框 8">
            <a:extLst>
              <a:ext uri="{FF2B5EF4-FFF2-40B4-BE49-F238E27FC236}">
                <a16:creationId xmlns:a16="http://schemas.microsoft.com/office/drawing/2014/main" id="{F452B8C9-A2CD-D0D8-B221-804514FF1B26}"/>
              </a:ext>
            </a:extLst>
          </p:cNvPr>
          <p:cNvSpPr txBox="1"/>
          <p:nvPr/>
        </p:nvSpPr>
        <p:spPr>
          <a:xfrm>
            <a:off x="2781027" y="928634"/>
            <a:ext cx="13693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Box::</a:t>
            </a:r>
            <a:r>
              <a:rPr lang="en-US" altLang="zh-CN" dirty="0" err="1"/>
              <a:t>next_Box</a:t>
            </a:r>
            <a:endParaRPr lang="zh-CN" altLang="en-US" dirty="0"/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C96966CB-8B97-5C4C-9E5B-BD676AF6E740}"/>
              </a:ext>
            </a:extLst>
          </p:cNvPr>
          <p:cNvCxnSpPr>
            <a:cxnSpLocks/>
          </p:cNvCxnSpPr>
          <p:nvPr/>
        </p:nvCxnSpPr>
        <p:spPr>
          <a:xfrm flipH="1" flipV="1">
            <a:off x="3465712" y="1289333"/>
            <a:ext cx="307861" cy="4502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sp>
        <p:nvSpPr>
          <p:cNvPr id="13" name="文本框 12">
            <a:extLst>
              <a:ext uri="{FF2B5EF4-FFF2-40B4-BE49-F238E27FC236}">
                <a16:creationId xmlns:a16="http://schemas.microsoft.com/office/drawing/2014/main" id="{2A46CBF4-1E90-3F30-A27D-4A3F0FA9A682}"/>
              </a:ext>
            </a:extLst>
          </p:cNvPr>
          <p:cNvSpPr txBox="1"/>
          <p:nvPr/>
        </p:nvSpPr>
        <p:spPr>
          <a:xfrm>
            <a:off x="1601177" y="3096134"/>
            <a:ext cx="7672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BigNet</a:t>
            </a:r>
            <a:endParaRPr lang="en-US" altLang="zh-CN" dirty="0"/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7C390809-F50D-6734-C514-512DF9ADD13B}"/>
              </a:ext>
            </a:extLst>
          </p:cNvPr>
          <p:cNvSpPr txBox="1"/>
          <p:nvPr/>
        </p:nvSpPr>
        <p:spPr>
          <a:xfrm>
            <a:off x="3679903" y="1451492"/>
            <a:ext cx="109728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SmallNet</a:t>
            </a:r>
            <a:endParaRPr lang="zh-CN" altLang="en-US" dirty="0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1545FCEA-55FF-4965-831B-11460A0767BD}"/>
              </a:ext>
            </a:extLst>
          </p:cNvPr>
          <p:cNvSpPr txBox="1"/>
          <p:nvPr/>
        </p:nvSpPr>
        <p:spPr>
          <a:xfrm>
            <a:off x="2324146" y="4002445"/>
            <a:ext cx="1387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Game game1</a:t>
            </a:r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87D7750A-3C0E-C161-9A1C-B3C95D64FAF5}"/>
              </a:ext>
            </a:extLst>
          </p:cNvPr>
          <p:cNvSpPr txBox="1"/>
          <p:nvPr/>
        </p:nvSpPr>
        <p:spPr>
          <a:xfrm>
            <a:off x="4813842" y="3994175"/>
            <a:ext cx="138721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Game game2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6753F70E-2579-A8CE-0B74-0B6863024A46}"/>
              </a:ext>
            </a:extLst>
          </p:cNvPr>
          <p:cNvSpPr txBox="1"/>
          <p:nvPr/>
        </p:nvSpPr>
        <p:spPr>
          <a:xfrm>
            <a:off x="3711358" y="4522935"/>
            <a:ext cx="8787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/>
              <a:t>tetrisDlg</a:t>
            </a:r>
            <a:endParaRPr lang="zh-CN" altLang="en-US" dirty="0"/>
          </a:p>
        </p:txBody>
      </p:sp>
      <p:sp>
        <p:nvSpPr>
          <p:cNvPr id="19" name="右大括号 18">
            <a:extLst>
              <a:ext uri="{FF2B5EF4-FFF2-40B4-BE49-F238E27FC236}">
                <a16:creationId xmlns:a16="http://schemas.microsoft.com/office/drawing/2014/main" id="{0429CF03-1237-FB40-948C-1795B8ADB511}"/>
              </a:ext>
            </a:extLst>
          </p:cNvPr>
          <p:cNvSpPr/>
          <p:nvPr/>
        </p:nvSpPr>
        <p:spPr>
          <a:xfrm rot="5400000">
            <a:off x="4005529" y="2874583"/>
            <a:ext cx="236381" cy="309111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 dirty="0">
              <a:highlight>
                <a:srgbClr val="FFFF00"/>
              </a:highlight>
            </a:endParaRPr>
          </a:p>
        </p:txBody>
      </p:sp>
      <p:graphicFrame>
        <p:nvGraphicFramePr>
          <p:cNvPr id="58" name="表格 57">
            <a:extLst>
              <a:ext uri="{FF2B5EF4-FFF2-40B4-BE49-F238E27FC236}">
                <a16:creationId xmlns:a16="http://schemas.microsoft.com/office/drawing/2014/main" id="{6A14B2A4-FB5D-C165-261A-07B6FFB46A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14074294"/>
              </p:ext>
            </p:extLst>
          </p:nvPr>
        </p:nvGraphicFramePr>
        <p:xfrm>
          <a:off x="5033503" y="80684"/>
          <a:ext cx="1423948" cy="118872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355987">
                  <a:extLst>
                    <a:ext uri="{9D8B030D-6E8A-4147-A177-3AD203B41FA5}">
                      <a16:colId xmlns:a16="http://schemas.microsoft.com/office/drawing/2014/main" val="3093961608"/>
                    </a:ext>
                  </a:extLst>
                </a:gridCol>
                <a:gridCol w="355987">
                  <a:extLst>
                    <a:ext uri="{9D8B030D-6E8A-4147-A177-3AD203B41FA5}">
                      <a16:colId xmlns:a16="http://schemas.microsoft.com/office/drawing/2014/main" val="3291227783"/>
                    </a:ext>
                  </a:extLst>
                </a:gridCol>
                <a:gridCol w="355987">
                  <a:extLst>
                    <a:ext uri="{9D8B030D-6E8A-4147-A177-3AD203B41FA5}">
                      <a16:colId xmlns:a16="http://schemas.microsoft.com/office/drawing/2014/main" val="3524853984"/>
                    </a:ext>
                  </a:extLst>
                </a:gridCol>
                <a:gridCol w="355987">
                  <a:extLst>
                    <a:ext uri="{9D8B030D-6E8A-4147-A177-3AD203B41FA5}">
                      <a16:colId xmlns:a16="http://schemas.microsoft.com/office/drawing/2014/main" val="3272853045"/>
                    </a:ext>
                  </a:extLst>
                </a:gridCol>
              </a:tblGrid>
              <a:tr h="227936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50732493"/>
                  </a:ext>
                </a:extLst>
              </a:tr>
              <a:tr h="227936"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2896002"/>
                  </a:ext>
                </a:extLst>
              </a:tr>
              <a:tr h="227936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85727102"/>
                  </a:ext>
                </a:extLst>
              </a:tr>
              <a:tr h="227936"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44053446"/>
                  </a:ext>
                </a:extLst>
              </a:tr>
            </a:tbl>
          </a:graphicData>
        </a:graphic>
      </p:graphicFrame>
      <p:cxnSp>
        <p:nvCxnSpPr>
          <p:cNvPr id="60" name="直接箭头连接符 59">
            <a:extLst>
              <a:ext uri="{FF2B5EF4-FFF2-40B4-BE49-F238E27FC236}">
                <a16:creationId xmlns:a16="http://schemas.microsoft.com/office/drawing/2014/main" id="{30E87F7E-7632-3757-FA77-9EDD70E5CB08}"/>
              </a:ext>
            </a:extLst>
          </p:cNvPr>
          <p:cNvCxnSpPr>
            <a:cxnSpLocks/>
          </p:cNvCxnSpPr>
          <p:nvPr/>
        </p:nvCxnSpPr>
        <p:spPr>
          <a:xfrm flipV="1">
            <a:off x="4692574" y="1362956"/>
            <a:ext cx="378826" cy="4703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  <p:graphicFrame>
        <p:nvGraphicFramePr>
          <p:cNvPr id="61" name="表格 60">
            <a:extLst>
              <a:ext uri="{FF2B5EF4-FFF2-40B4-BE49-F238E27FC236}">
                <a16:creationId xmlns:a16="http://schemas.microsoft.com/office/drawing/2014/main" id="{B59DA26A-90F8-AE1A-2072-69D9EB19828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50224108"/>
              </p:ext>
            </p:extLst>
          </p:nvPr>
        </p:nvGraphicFramePr>
        <p:xfrm>
          <a:off x="6843097" y="45720"/>
          <a:ext cx="2231998" cy="50520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74526">
                  <a:extLst>
                    <a:ext uri="{9D8B030D-6E8A-4147-A177-3AD203B41FA5}">
                      <a16:colId xmlns:a16="http://schemas.microsoft.com/office/drawing/2014/main" val="2281361715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661711242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1895048556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328306888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1996724178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44086998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3556359932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32629417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865247684"/>
                    </a:ext>
                  </a:extLst>
                </a:gridCol>
              </a:tblGrid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630694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0753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29645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705421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799197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804245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318014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41878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88601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3572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394601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10511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501743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939515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610755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62947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0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761928"/>
                  </a:ext>
                </a:extLst>
              </a:tr>
            </a:tbl>
          </a:graphicData>
        </a:graphic>
      </p:graphicFrame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F361D896-0FBC-DC44-A654-CF4623433E07}"/>
              </a:ext>
            </a:extLst>
          </p:cNvPr>
          <p:cNvCxnSpPr/>
          <p:nvPr/>
        </p:nvCxnSpPr>
        <p:spPr>
          <a:xfrm flipV="1">
            <a:off x="5988376" y="2680753"/>
            <a:ext cx="769263" cy="2141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4"/>
          </a:lnRef>
          <a:fillRef idx="0">
            <a:schemeClr val="accent4"/>
          </a:fillRef>
          <a:effectRef idx="0">
            <a:schemeClr val="accent4"/>
          </a:effectRef>
          <a:fontRef idx="minor">
            <a:schemeClr val="tx1"/>
          </a:fontRef>
        </p:style>
      </p:cxn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4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9" grpId="0"/>
      <p:bldP spid="13" grpId="0"/>
      <p:bldP spid="16" grpId="0"/>
      <p:bldP spid="17" grpId="0"/>
      <p:bldP spid="18" grpId="0"/>
      <p:bldP spid="1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-392" y="1"/>
            <a:ext cx="9149781" cy="5143499"/>
          </a:xfrm>
          <a:prstGeom prst="rect">
            <a:avLst/>
          </a:prstGeom>
          <a:solidFill>
            <a:srgbClr val="FFFFFF">
              <a:alpha val="6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2" name="Title 1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>
            <a:spLocks noGrp="1"/>
          </p:cNvSpPr>
          <p:nvPr>
            <p:ph type="title"/>
          </p:nvPr>
        </p:nvSpPr>
        <p:spPr>
          <a:xfrm>
            <a:off x="404533" y="-1"/>
            <a:ext cx="7886700" cy="99417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微软雅黑"/>
                <a:ea typeface="微软雅黑"/>
                <a:sym typeface="微软雅黑"/>
              </a:rPr>
            </a:br>
            <a:endParaRPr lang="en-US" b="1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35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微软雅黑"/>
                <a:ea typeface="微软雅黑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1"/>
            <a:ext cx="340238" cy="179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grpSp>
        <p:nvGrpSpPr>
          <p:cNvPr id="79" name="Group 11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7EC48B20-1635-8AB0-F4E8-6BF16F76C587}"/>
              </a:ext>
            </a:extLst>
          </p:cNvPr>
          <p:cNvGrpSpPr/>
          <p:nvPr/>
        </p:nvGrpSpPr>
        <p:grpSpPr>
          <a:xfrm>
            <a:off x="5389" y="282306"/>
            <a:ext cx="3045142" cy="680727"/>
            <a:chOff x="6457392" y="2728081"/>
            <a:chExt cx="3045142" cy="680727"/>
          </a:xfrm>
        </p:grpSpPr>
        <p:sp>
          <p:nvSpPr>
            <p:cNvPr id="80" name="Rectangle: Rounded Corners 116">
              <a:extLst>
                <a:ext uri="{FF2B5EF4-FFF2-40B4-BE49-F238E27FC236}">
                  <a16:creationId xmlns:a16="http://schemas.microsoft.com/office/drawing/2014/main" id="{0C0804F7-12E5-AC63-10D3-139DCF521D81}"/>
                </a:ext>
              </a:extLst>
            </p:cNvPr>
            <p:cNvSpPr/>
            <p:nvPr/>
          </p:nvSpPr>
          <p:spPr>
            <a:xfrm>
              <a:off x="6575108" y="2728081"/>
              <a:ext cx="2927426" cy="680727"/>
            </a:xfrm>
            <a:prstGeom prst="roundRect">
              <a:avLst>
                <a:gd name="adj" fmla="val 8395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63500" dir="5400000" algn="t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sym typeface="微软雅黑"/>
                </a:rPr>
                <a:t>游戏运行逻辑</a:t>
              </a:r>
              <a:endParaRPr lang="id-ID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81" name="Isosceles Triangle 117">
              <a:extLst>
                <a:ext uri="{FF2B5EF4-FFF2-40B4-BE49-F238E27FC236}">
                  <a16:creationId xmlns:a16="http://schemas.microsoft.com/office/drawing/2014/main" id="{B6F583FE-77F9-D5DF-4523-01E8AD41DB9B}"/>
                </a:ext>
              </a:extLst>
            </p:cNvPr>
            <p:cNvSpPr/>
            <p:nvPr/>
          </p:nvSpPr>
          <p:spPr>
            <a:xfrm rot="16200000" flipH="1">
              <a:off x="6438867" y="3009783"/>
              <a:ext cx="154374" cy="11732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微软雅黑"/>
                <a:ea typeface="微软雅黑"/>
                <a:sym typeface="微软雅黑"/>
              </a:endParaRPr>
            </a:p>
          </p:txBody>
        </p:sp>
      </p:grpSp>
      <p:grpSp>
        <p:nvGrpSpPr>
          <p:cNvPr id="82" name="Group 118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0FA16BAA-0EAB-2AA4-477B-007324B16871}"/>
              </a:ext>
            </a:extLst>
          </p:cNvPr>
          <p:cNvGrpSpPr/>
          <p:nvPr/>
        </p:nvGrpSpPr>
        <p:grpSpPr>
          <a:xfrm>
            <a:off x="-67862" y="137767"/>
            <a:ext cx="944790" cy="385106"/>
            <a:chOff x="3355842" y="1899270"/>
            <a:chExt cx="944790" cy="385106"/>
          </a:xfrm>
        </p:grpSpPr>
        <p:sp>
          <p:nvSpPr>
            <p:cNvPr id="83" name="Parallelogram 119">
              <a:extLst>
                <a:ext uri="{FF2B5EF4-FFF2-40B4-BE49-F238E27FC236}">
                  <a16:creationId xmlns:a16="http://schemas.microsoft.com/office/drawing/2014/main" id="{6C994C2E-3F02-7ACB-847D-B38D6B698A68}"/>
                </a:ext>
              </a:extLst>
            </p:cNvPr>
            <p:cNvSpPr/>
            <p:nvPr/>
          </p:nvSpPr>
          <p:spPr>
            <a:xfrm>
              <a:off x="3355842" y="1899270"/>
              <a:ext cx="944790" cy="385106"/>
            </a:xfrm>
            <a:prstGeom prst="parallelogram">
              <a:avLst>
                <a:gd name="adj" fmla="val 51563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127000" dist="63500" dir="5400000" algn="t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bg1"/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84" name="TextBox 120">
              <a:extLst>
                <a:ext uri="{FF2B5EF4-FFF2-40B4-BE49-F238E27FC236}">
                  <a16:creationId xmlns:a16="http://schemas.microsoft.com/office/drawing/2014/main" id="{C28AEBDC-4BB3-41FD-3E7D-6DD02641E895}"/>
                </a:ext>
              </a:extLst>
            </p:cNvPr>
            <p:cNvSpPr txBox="1"/>
            <p:nvPr/>
          </p:nvSpPr>
          <p:spPr>
            <a:xfrm>
              <a:off x="3524308" y="1961018"/>
              <a:ext cx="6078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/>
                  <a:ea typeface="微软雅黑"/>
                  <a:cs typeface="Segoe UI" panose="020B0502040204020203" pitchFamily="34" charset="0"/>
                  <a:sym typeface="微软雅黑"/>
                </a:rPr>
                <a:t>难点二</a:t>
              </a:r>
              <a:endParaRPr lang="en-US" sz="1100" dirty="0">
                <a:solidFill>
                  <a:schemeClr val="bg1"/>
                </a:solidFill>
                <a:latin typeface="微软雅黑"/>
                <a:ea typeface="微软雅黑"/>
                <a:cs typeface="Segoe UI" panose="020B0502040204020203" pitchFamily="34" charset="0"/>
                <a:sym typeface="微软雅黑"/>
              </a:endParaRPr>
            </a:p>
          </p:txBody>
        </p:sp>
      </p:grpSp>
      <p:sp>
        <p:nvSpPr>
          <p:cNvPr id="11" name="AutoShape 39">
            <a:extLst>
              <a:ext uri="{FF2B5EF4-FFF2-40B4-BE49-F238E27FC236}">
                <a16:creationId xmlns:a16="http://schemas.microsoft.com/office/drawing/2014/main" id="{E359E898-3DA6-AADD-C057-AB921CAF8B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41838" y="26988"/>
            <a:ext cx="1778000" cy="360362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定义游戏类对象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game1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game2,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游戏界面初始化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3" name="AutoShape 37">
            <a:extLst>
              <a:ext uri="{FF2B5EF4-FFF2-40B4-BE49-F238E27FC236}">
                <a16:creationId xmlns:a16="http://schemas.microsoft.com/office/drawing/2014/main" id="{20809505-5B0E-5A53-CDFA-BA85475FE3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30738" y="3308520"/>
            <a:ext cx="1358900" cy="47625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Go()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游戏运行一步返回运行结果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4" name="AutoShape 36">
            <a:extLst>
              <a:ext uri="{FF2B5EF4-FFF2-40B4-BE49-F238E27FC236}">
                <a16:creationId xmlns:a16="http://schemas.microsoft.com/office/drawing/2014/main" id="{7D491A8A-50EE-7FCB-66E6-EAB7C67691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36888" y="2653122"/>
            <a:ext cx="1079500" cy="360362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PlayMode_1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5" name="AutoShape 35">
            <a:extLst>
              <a:ext uri="{FF2B5EF4-FFF2-40B4-BE49-F238E27FC236}">
                <a16:creationId xmlns:a16="http://schemas.microsoft.com/office/drawing/2014/main" id="{879BCBE6-90F7-6EB2-87E9-C68145CB56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64914" y="837390"/>
            <a:ext cx="1092200" cy="29210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选择游戏模式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6" name="AutoShape 34">
            <a:extLst>
              <a:ext uri="{FF2B5EF4-FFF2-40B4-BE49-F238E27FC236}">
                <a16:creationId xmlns:a16="http://schemas.microsoft.com/office/drawing/2014/main" id="{E4CE1A62-29FA-BA6F-F6D3-338EAA8640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55191" y="727839"/>
            <a:ext cx="1873250" cy="402461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单击开始游戏，调用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Start()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开始运行游戏并播放音乐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7" name="AutoShape 33">
            <a:extLst>
              <a:ext uri="{FF2B5EF4-FFF2-40B4-BE49-F238E27FC236}">
                <a16:creationId xmlns:a16="http://schemas.microsoft.com/office/drawing/2014/main" id="{D6076A9A-F8EF-FCF5-87ED-C4920558BC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01864" y="2653122"/>
            <a:ext cx="1079500" cy="360362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PlayMode_2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8" name="AutoShape 32">
            <a:extLst>
              <a:ext uri="{FF2B5EF4-FFF2-40B4-BE49-F238E27FC236}">
                <a16:creationId xmlns:a16="http://schemas.microsoft.com/office/drawing/2014/main" id="{8DC2C8EB-72E6-9A91-A0C7-830BE18C57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57613" y="2624453"/>
            <a:ext cx="1079500" cy="360362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PlayMode_3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9" name="AutoShape 31">
            <a:extLst>
              <a:ext uri="{FF2B5EF4-FFF2-40B4-BE49-F238E27FC236}">
                <a16:creationId xmlns:a16="http://schemas.microsoft.com/office/drawing/2014/main" id="{07209E01-BDCD-B215-2B38-33C7A9C38F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82742" y="3573139"/>
            <a:ext cx="792163" cy="468312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假，游戏</a:t>
            </a:r>
            <a:endParaRPr kumimoji="0" lang="zh-CN" altLang="zh-CN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运行失败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AutoShape 30">
            <a:extLst>
              <a:ext uri="{FF2B5EF4-FFF2-40B4-BE49-F238E27FC236}">
                <a16:creationId xmlns:a16="http://schemas.microsoft.com/office/drawing/2014/main" id="{EC5C2710-C5EC-4DAF-5472-790DA8A61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59338" y="1928813"/>
            <a:ext cx="914400" cy="27305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OnTimer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1" name="AutoShape 1">
            <a:extLst>
              <a:ext uri="{FF2B5EF4-FFF2-40B4-BE49-F238E27FC236}">
                <a16:creationId xmlns:a16="http://schemas.microsoft.com/office/drawing/2014/main" id="{5B7A0283-4748-6377-D0B1-EE6DB553C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5487" y="522873"/>
            <a:ext cx="0" cy="152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2" name="AutoShape 38">
            <a:extLst>
              <a:ext uri="{FF2B5EF4-FFF2-40B4-BE49-F238E27FC236}">
                <a16:creationId xmlns:a16="http://schemas.microsoft.com/office/drawing/2014/main" id="{54D673AB-9A58-5C54-E67E-DE9173246D3D}"/>
              </a:ext>
            </a:extLst>
          </p:cNvPr>
          <p:cNvSpPr>
            <a:spLocks noChangeShapeType="1"/>
          </p:cNvSpPr>
          <p:nvPr/>
        </p:nvSpPr>
        <p:spPr bwMode="auto">
          <a:xfrm>
            <a:off x="6539075" y="466994"/>
            <a:ext cx="254000" cy="1651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3" name="AutoShape 29">
            <a:extLst>
              <a:ext uri="{FF2B5EF4-FFF2-40B4-BE49-F238E27FC236}">
                <a16:creationId xmlns:a16="http://schemas.microsoft.com/office/drawing/2014/main" id="{05707706-A71A-4820-3893-02D804272B1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539075" y="1271384"/>
            <a:ext cx="325839" cy="2413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4" name="AutoShape 28">
            <a:extLst>
              <a:ext uri="{FF2B5EF4-FFF2-40B4-BE49-F238E27FC236}">
                <a16:creationId xmlns:a16="http://schemas.microsoft.com/office/drawing/2014/main" id="{CCA99383-D685-8B7F-6486-F03642C3DAD3}"/>
              </a:ext>
            </a:extLst>
          </p:cNvPr>
          <p:cNvSpPr>
            <a:spLocks noChangeShapeType="1"/>
          </p:cNvSpPr>
          <p:nvPr/>
        </p:nvSpPr>
        <p:spPr bwMode="auto">
          <a:xfrm>
            <a:off x="5425487" y="1200150"/>
            <a:ext cx="0" cy="1524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5" name="AutoShape 27">
            <a:extLst>
              <a:ext uri="{FF2B5EF4-FFF2-40B4-BE49-F238E27FC236}">
                <a16:creationId xmlns:a16="http://schemas.microsoft.com/office/drawing/2014/main" id="{491D5415-F5A3-D6E2-0A10-0C1ED704E3B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924188" y="2312784"/>
            <a:ext cx="1022350" cy="3175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6" name="AutoShape 26">
            <a:extLst>
              <a:ext uri="{FF2B5EF4-FFF2-40B4-BE49-F238E27FC236}">
                <a16:creationId xmlns:a16="http://schemas.microsoft.com/office/drawing/2014/main" id="{C956760B-02EF-8AFF-8A92-A4FCBE12D3EC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0188" y="2334871"/>
            <a:ext cx="0" cy="3048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7" name="AutoShape 25">
            <a:extLst>
              <a:ext uri="{FF2B5EF4-FFF2-40B4-BE49-F238E27FC236}">
                <a16:creationId xmlns:a16="http://schemas.microsoft.com/office/drawing/2014/main" id="{55AD728A-9FEF-0BB5-034F-CD26BCE7A435}"/>
              </a:ext>
            </a:extLst>
          </p:cNvPr>
          <p:cNvSpPr>
            <a:spLocks noChangeShapeType="1"/>
          </p:cNvSpPr>
          <p:nvPr/>
        </p:nvSpPr>
        <p:spPr bwMode="auto">
          <a:xfrm>
            <a:off x="5933052" y="2348291"/>
            <a:ext cx="660400" cy="3429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8" name="AutoShape 24">
            <a:extLst>
              <a:ext uri="{FF2B5EF4-FFF2-40B4-BE49-F238E27FC236}">
                <a16:creationId xmlns:a16="http://schemas.microsoft.com/office/drawing/2014/main" id="{24DEDC75-30FA-CD48-205F-089739727F9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306114" y="1374360"/>
            <a:ext cx="1117600" cy="10160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29" name="AutoShape 23">
            <a:extLst>
              <a:ext uri="{FF2B5EF4-FFF2-40B4-BE49-F238E27FC236}">
                <a16:creationId xmlns:a16="http://schemas.microsoft.com/office/drawing/2014/main" id="{9222F356-0C2D-0CB3-E720-8CD5A11D9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1392034"/>
            <a:ext cx="1714500" cy="26035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SetTimer(1,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步长，</a:t>
            </a: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NULL)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0" name="AutoShape 22">
            <a:extLst>
              <a:ext uri="{FF2B5EF4-FFF2-40B4-BE49-F238E27FC236}">
                <a16:creationId xmlns:a16="http://schemas.microsoft.com/office/drawing/2014/main" id="{11744906-8273-50E2-6D4A-7366AC376EC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368956" y="1724326"/>
            <a:ext cx="45719" cy="161736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1" name="AutoShape 21">
            <a:extLst>
              <a:ext uri="{FF2B5EF4-FFF2-40B4-BE49-F238E27FC236}">
                <a16:creationId xmlns:a16="http://schemas.microsoft.com/office/drawing/2014/main" id="{EA8BFBB3-74A3-3C02-C450-F7F092448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24086" y="4240213"/>
            <a:ext cx="1492250" cy="31115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KillTimer()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并报告结果</a:t>
            </a:r>
            <a:endParaRPr kumimoji="0" lang="zh-CN" altLang="en-US" sz="4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2" name="AutoShape 20">
            <a:extLst>
              <a:ext uri="{FF2B5EF4-FFF2-40B4-BE49-F238E27FC236}">
                <a16:creationId xmlns:a16="http://schemas.microsoft.com/office/drawing/2014/main" id="{27F24FED-CA25-6742-0D38-355C4E58A6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51479" y="4014222"/>
            <a:ext cx="792162" cy="468313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真，游戏</a:t>
            </a:r>
            <a:endParaRPr kumimoji="0" lang="zh-CN" altLang="zh-CN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运行成功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3" name="AutoShape 19">
            <a:extLst>
              <a:ext uri="{FF2B5EF4-FFF2-40B4-BE49-F238E27FC236}">
                <a16:creationId xmlns:a16="http://schemas.microsoft.com/office/drawing/2014/main" id="{E429137E-1C72-D6F1-5461-65885B66A6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103959" y="3780092"/>
            <a:ext cx="653653" cy="487822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4" name="AutoShape 18">
            <a:extLst>
              <a:ext uri="{FF2B5EF4-FFF2-40B4-BE49-F238E27FC236}">
                <a16:creationId xmlns:a16="http://schemas.microsoft.com/office/drawing/2014/main" id="{4B4DF460-F2E2-5803-6385-5529308885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41838" y="6246813"/>
            <a:ext cx="768350" cy="6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7" name="AutoShape 17">
            <a:extLst>
              <a:ext uri="{FF2B5EF4-FFF2-40B4-BE49-F238E27FC236}">
                <a16:creationId xmlns:a16="http://schemas.microsoft.com/office/drawing/2014/main" id="{2030BEA1-2F0D-A4C6-9394-6E23094A1FF6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301630" y="2052163"/>
            <a:ext cx="45719" cy="2430368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4" name="AutoShape 16">
            <a:extLst>
              <a:ext uri="{FF2B5EF4-FFF2-40B4-BE49-F238E27FC236}">
                <a16:creationId xmlns:a16="http://schemas.microsoft.com/office/drawing/2014/main" id="{7411899E-1592-0929-E257-DEDB64CBE7A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89637" y="2006444"/>
            <a:ext cx="2301595" cy="4571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5" name="AutoShape 15">
            <a:extLst>
              <a:ext uri="{FF2B5EF4-FFF2-40B4-BE49-F238E27FC236}">
                <a16:creationId xmlns:a16="http://schemas.microsoft.com/office/drawing/2014/main" id="{D026F4B4-3B22-C292-6043-91CCB10E945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763070" y="3647689"/>
            <a:ext cx="689672" cy="67230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7" name="AutoShape 13">
            <a:extLst>
              <a:ext uri="{FF2B5EF4-FFF2-40B4-BE49-F238E27FC236}">
                <a16:creationId xmlns:a16="http://schemas.microsoft.com/office/drawing/2014/main" id="{1895A349-A3CC-37EA-940E-9BB53C663DDD}"/>
              </a:ext>
            </a:extLst>
          </p:cNvPr>
          <p:cNvSpPr>
            <a:spLocks noChangeShapeType="1"/>
          </p:cNvSpPr>
          <p:nvPr/>
        </p:nvSpPr>
        <p:spPr bwMode="auto">
          <a:xfrm>
            <a:off x="3576322" y="3096034"/>
            <a:ext cx="768350" cy="30480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8" name="AutoShape 12">
            <a:extLst>
              <a:ext uri="{FF2B5EF4-FFF2-40B4-BE49-F238E27FC236}">
                <a16:creationId xmlns:a16="http://schemas.microsoft.com/office/drawing/2014/main" id="{74F1A3C2-822E-C414-CEA8-89690A88019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415250" y="3128963"/>
            <a:ext cx="755650" cy="3365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9" name="AutoShape 11">
            <a:extLst>
              <a:ext uri="{FF2B5EF4-FFF2-40B4-BE49-F238E27FC236}">
                <a16:creationId xmlns:a16="http://schemas.microsoft.com/office/drawing/2014/main" id="{3CAD5D54-1E67-45A2-9EA3-D8667E9C3C89}"/>
              </a:ext>
            </a:extLst>
          </p:cNvPr>
          <p:cNvSpPr>
            <a:spLocks noChangeShapeType="1"/>
          </p:cNvSpPr>
          <p:nvPr/>
        </p:nvSpPr>
        <p:spPr bwMode="auto">
          <a:xfrm>
            <a:off x="5316538" y="3032243"/>
            <a:ext cx="45719" cy="170357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0" name="AutoShape 10">
            <a:extLst>
              <a:ext uri="{FF2B5EF4-FFF2-40B4-BE49-F238E27FC236}">
                <a16:creationId xmlns:a16="http://schemas.microsoft.com/office/drawing/2014/main" id="{A376D44A-F599-CB4D-2D5E-A9118BB07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55364" y="4304735"/>
            <a:ext cx="768350" cy="35560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重绘画面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1" name="AutoShape 9">
            <a:extLst>
              <a:ext uri="{FF2B5EF4-FFF2-40B4-BE49-F238E27FC236}">
                <a16:creationId xmlns:a16="http://schemas.microsoft.com/office/drawing/2014/main" id="{F33DA296-8DB4-5B56-673A-C03FE5763F2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23714" y="4439049"/>
            <a:ext cx="923635" cy="4571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2" name="AutoShape 8">
            <a:extLst>
              <a:ext uri="{FF2B5EF4-FFF2-40B4-BE49-F238E27FC236}">
                <a16:creationId xmlns:a16="http://schemas.microsoft.com/office/drawing/2014/main" id="{22CBA108-BF8A-BC04-13CE-23992434B49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679069" y="4575149"/>
            <a:ext cx="529236" cy="4571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3" name="AutoShape 2">
            <a:extLst>
              <a:ext uri="{FF2B5EF4-FFF2-40B4-BE49-F238E27FC236}">
                <a16:creationId xmlns:a16="http://schemas.microsoft.com/office/drawing/2014/main" id="{237D9F78-994D-0438-4E7E-3890A9C553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7918" y="4505460"/>
            <a:ext cx="1358900" cy="29210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结束游戏</a:t>
            </a:r>
            <a:endParaRPr kumimoji="0" lang="zh-CN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4" name="AutoShape 7">
            <a:extLst>
              <a:ext uri="{FF2B5EF4-FFF2-40B4-BE49-F238E27FC236}">
                <a16:creationId xmlns:a16="http://schemas.microsoft.com/office/drawing/2014/main" id="{5033D6E3-96FC-4787-A7AE-E240D003DB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83694" y="1683929"/>
            <a:ext cx="895350" cy="268287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重新开始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6" name="AutoShape 5">
            <a:extLst>
              <a:ext uri="{FF2B5EF4-FFF2-40B4-BE49-F238E27FC236}">
                <a16:creationId xmlns:a16="http://schemas.microsoft.com/office/drawing/2014/main" id="{BE45A33C-C54A-0863-CAA7-E63D9D7A296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14565" y="1016854"/>
            <a:ext cx="1697336" cy="551549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Rectangle 40">
            <a:extLst>
              <a:ext uri="{FF2B5EF4-FFF2-40B4-BE49-F238E27FC236}">
                <a16:creationId xmlns:a16="http://schemas.microsoft.com/office/drawing/2014/main" id="{B72176CE-FDF2-44C6-DB05-44772AC0C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0" name="Rectangle 56">
            <a:extLst>
              <a:ext uri="{FF2B5EF4-FFF2-40B4-BE49-F238E27FC236}">
                <a16:creationId xmlns:a16="http://schemas.microsoft.com/office/drawing/2014/main" id="{9EB9122B-E7B8-3D4A-CDB5-09246970A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65161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2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2" dur="2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1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35" dur="2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69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4" dur="2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0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2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6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4" dur="2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5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07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0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1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3" dur="20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6" dur="20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6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19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4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5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6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9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0" fill="hold">
                      <p:stCondLst>
                        <p:cond delay="indefinite"/>
                      </p:stCondLst>
                      <p:childTnLst>
                        <p:par>
                          <p:cTn id="141" fill="hold">
                            <p:stCondLst>
                              <p:cond delay="0"/>
                            </p:stCondLst>
                            <p:childTnLst>
                              <p:par>
                                <p:cTn id="14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4" dur="10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5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6" dur="1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4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9" dur="10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0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1" dur="10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6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7" dur="5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8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7" grpId="0" animBg="1"/>
      <p:bldP spid="44" grpId="0" animBg="1"/>
      <p:bldP spid="45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52" grpId="0" animBg="1"/>
      <p:bldP spid="53" grpId="0" animBg="1"/>
      <p:bldP spid="54" grpId="0" animBg="1"/>
      <p:bldP spid="5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5389" y="-2"/>
            <a:ext cx="9149781" cy="5143499"/>
          </a:xfrm>
          <a:prstGeom prst="rect">
            <a:avLst/>
          </a:prstGeom>
          <a:solidFill>
            <a:srgbClr val="FFFFFF">
              <a:alpha val="6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2" name="Title 1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>
            <a:spLocks noGrp="1"/>
          </p:cNvSpPr>
          <p:nvPr>
            <p:ph type="title"/>
          </p:nvPr>
        </p:nvSpPr>
        <p:spPr>
          <a:xfrm>
            <a:off x="404533" y="-1"/>
            <a:ext cx="7886700" cy="99417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微软雅黑"/>
                <a:ea typeface="微软雅黑"/>
                <a:sym typeface="微软雅黑"/>
              </a:rPr>
            </a:br>
            <a:endParaRPr lang="en-US" b="1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35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微软雅黑"/>
                <a:ea typeface="微软雅黑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1"/>
            <a:ext cx="340238" cy="179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grpSp>
        <p:nvGrpSpPr>
          <p:cNvPr id="79" name="Group 11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7EC48B20-1635-8AB0-F4E8-6BF16F76C587}"/>
              </a:ext>
            </a:extLst>
          </p:cNvPr>
          <p:cNvGrpSpPr/>
          <p:nvPr/>
        </p:nvGrpSpPr>
        <p:grpSpPr>
          <a:xfrm>
            <a:off x="5389" y="282306"/>
            <a:ext cx="3045142" cy="680727"/>
            <a:chOff x="6457392" y="2728081"/>
            <a:chExt cx="3045142" cy="680727"/>
          </a:xfrm>
        </p:grpSpPr>
        <p:sp>
          <p:nvSpPr>
            <p:cNvPr id="80" name="Rectangle: Rounded Corners 116">
              <a:extLst>
                <a:ext uri="{FF2B5EF4-FFF2-40B4-BE49-F238E27FC236}">
                  <a16:creationId xmlns:a16="http://schemas.microsoft.com/office/drawing/2014/main" id="{0C0804F7-12E5-AC63-10D3-139DCF521D81}"/>
                </a:ext>
              </a:extLst>
            </p:cNvPr>
            <p:cNvSpPr/>
            <p:nvPr/>
          </p:nvSpPr>
          <p:spPr>
            <a:xfrm>
              <a:off x="6575108" y="2728081"/>
              <a:ext cx="2927426" cy="680727"/>
            </a:xfrm>
            <a:prstGeom prst="roundRect">
              <a:avLst>
                <a:gd name="adj" fmla="val 8395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63500" dir="5400000" algn="t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sym typeface="微软雅黑"/>
                </a:rPr>
                <a:t>游戏运行逻辑</a:t>
              </a:r>
              <a:endParaRPr lang="id-ID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81" name="Isosceles Triangle 117">
              <a:extLst>
                <a:ext uri="{FF2B5EF4-FFF2-40B4-BE49-F238E27FC236}">
                  <a16:creationId xmlns:a16="http://schemas.microsoft.com/office/drawing/2014/main" id="{B6F583FE-77F9-D5DF-4523-01E8AD41DB9B}"/>
                </a:ext>
              </a:extLst>
            </p:cNvPr>
            <p:cNvSpPr/>
            <p:nvPr/>
          </p:nvSpPr>
          <p:spPr>
            <a:xfrm rot="16200000" flipH="1">
              <a:off x="6438867" y="3009783"/>
              <a:ext cx="154374" cy="11732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微软雅黑"/>
                <a:ea typeface="微软雅黑"/>
                <a:sym typeface="微软雅黑"/>
              </a:endParaRPr>
            </a:p>
          </p:txBody>
        </p:sp>
      </p:grpSp>
      <p:grpSp>
        <p:nvGrpSpPr>
          <p:cNvPr id="82" name="Group 118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0FA16BAA-0EAB-2AA4-477B-007324B16871}"/>
              </a:ext>
            </a:extLst>
          </p:cNvPr>
          <p:cNvGrpSpPr/>
          <p:nvPr/>
        </p:nvGrpSpPr>
        <p:grpSpPr>
          <a:xfrm>
            <a:off x="-67862" y="137767"/>
            <a:ext cx="944790" cy="385106"/>
            <a:chOff x="3355842" y="1899270"/>
            <a:chExt cx="944790" cy="385106"/>
          </a:xfrm>
        </p:grpSpPr>
        <p:sp>
          <p:nvSpPr>
            <p:cNvPr id="83" name="Parallelogram 119">
              <a:extLst>
                <a:ext uri="{FF2B5EF4-FFF2-40B4-BE49-F238E27FC236}">
                  <a16:creationId xmlns:a16="http://schemas.microsoft.com/office/drawing/2014/main" id="{6C994C2E-3F02-7ACB-847D-B38D6B698A68}"/>
                </a:ext>
              </a:extLst>
            </p:cNvPr>
            <p:cNvSpPr/>
            <p:nvPr/>
          </p:nvSpPr>
          <p:spPr>
            <a:xfrm>
              <a:off x="3355842" y="1899270"/>
              <a:ext cx="944790" cy="385106"/>
            </a:xfrm>
            <a:prstGeom prst="parallelogram">
              <a:avLst>
                <a:gd name="adj" fmla="val 51563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127000" dist="63500" dir="5400000" algn="t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bg1"/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84" name="TextBox 120">
              <a:extLst>
                <a:ext uri="{FF2B5EF4-FFF2-40B4-BE49-F238E27FC236}">
                  <a16:creationId xmlns:a16="http://schemas.microsoft.com/office/drawing/2014/main" id="{C28AEBDC-4BB3-41FD-3E7D-6DD02641E895}"/>
                </a:ext>
              </a:extLst>
            </p:cNvPr>
            <p:cNvSpPr txBox="1"/>
            <p:nvPr/>
          </p:nvSpPr>
          <p:spPr>
            <a:xfrm>
              <a:off x="3524308" y="1961018"/>
              <a:ext cx="6078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/>
                  <a:ea typeface="微软雅黑"/>
                  <a:cs typeface="Segoe UI" panose="020B0502040204020203" pitchFamily="34" charset="0"/>
                  <a:sym typeface="微软雅黑"/>
                </a:rPr>
                <a:t>难点二</a:t>
              </a:r>
              <a:endParaRPr lang="en-US" sz="1100" dirty="0">
                <a:solidFill>
                  <a:schemeClr val="bg1"/>
                </a:solidFill>
                <a:latin typeface="微软雅黑"/>
                <a:ea typeface="微软雅黑"/>
                <a:cs typeface="Segoe UI" panose="020B0502040204020203" pitchFamily="34" charset="0"/>
                <a:sym typeface="微软雅黑"/>
              </a:endParaRPr>
            </a:p>
          </p:txBody>
        </p:sp>
      </p:grpSp>
      <p:sp>
        <p:nvSpPr>
          <p:cNvPr id="34" name="AutoShape 18">
            <a:extLst>
              <a:ext uri="{FF2B5EF4-FFF2-40B4-BE49-F238E27FC236}">
                <a16:creationId xmlns:a16="http://schemas.microsoft.com/office/drawing/2014/main" id="{4B4DF460-F2E2-5803-6385-5529308885C7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41838" y="6246813"/>
            <a:ext cx="768350" cy="63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9" name="Rectangle 40">
            <a:extLst>
              <a:ext uri="{FF2B5EF4-FFF2-40B4-BE49-F238E27FC236}">
                <a16:creationId xmlns:a16="http://schemas.microsoft.com/office/drawing/2014/main" id="{B72176CE-FDF2-44C6-DB05-44772AC0C0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0" name="Rectangle 56">
            <a:extLst>
              <a:ext uri="{FF2B5EF4-FFF2-40B4-BE49-F238E27FC236}">
                <a16:creationId xmlns:a16="http://schemas.microsoft.com/office/drawing/2014/main" id="{9EB9122B-E7B8-3D4A-CDB5-09246970AD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4" name="AutoShape 5">
            <a:extLst>
              <a:ext uri="{FF2B5EF4-FFF2-40B4-BE49-F238E27FC236}">
                <a16:creationId xmlns:a16="http://schemas.microsoft.com/office/drawing/2014/main" id="{690A1FF8-C100-D8ED-F01A-C8FC71764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69801" y="1102561"/>
            <a:ext cx="863600" cy="31750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Go()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AutoShape 11">
            <a:extLst>
              <a:ext uri="{FF2B5EF4-FFF2-40B4-BE49-F238E27FC236}">
                <a16:creationId xmlns:a16="http://schemas.microsoft.com/office/drawing/2014/main" id="{17693555-2858-03AA-5F03-637AEF2752A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973" y="1869701"/>
            <a:ext cx="1295400" cy="32385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CanMoveDown()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真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AutoShape 7">
            <a:extLst>
              <a:ext uri="{FF2B5EF4-FFF2-40B4-BE49-F238E27FC236}">
                <a16:creationId xmlns:a16="http://schemas.microsoft.com/office/drawing/2014/main" id="{755690ED-49E2-1423-30BF-7177133A57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8086" y="3780766"/>
            <a:ext cx="863600" cy="31750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return true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7" name="AutoShape 13">
            <a:extLst>
              <a:ext uri="{FF2B5EF4-FFF2-40B4-BE49-F238E27FC236}">
                <a16:creationId xmlns:a16="http://schemas.microsoft.com/office/drawing/2014/main" id="{82626EA3-C8AB-1899-C0AC-FEF6B3DB4B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3451" y="2310093"/>
            <a:ext cx="1164145" cy="252412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AddBox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0" lang="en-US" altLang="zh-CN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BigNet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</a:t>
            </a: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AutoShape 6">
            <a:extLst>
              <a:ext uri="{FF2B5EF4-FFF2-40B4-BE49-F238E27FC236}">
                <a16:creationId xmlns:a16="http://schemas.microsoft.com/office/drawing/2014/main" id="{35DB6828-E229-D089-AEDD-047D5B76EB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4586" y="2709727"/>
            <a:ext cx="984250" cy="31750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MoveDown()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9" name="AutoShape 12">
            <a:extLst>
              <a:ext uri="{FF2B5EF4-FFF2-40B4-BE49-F238E27FC236}">
                <a16:creationId xmlns:a16="http://schemas.microsoft.com/office/drawing/2014/main" id="{F887F6C3-BDB6-78CE-04AE-50A729A622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10847" y="1825769"/>
            <a:ext cx="1295400" cy="32385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CanMoveDown()</a:t>
            </a:r>
            <a:r>
              <a:rPr kumimoji="0" lang="zh-CN" altLang="en-US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</a:t>
            </a:r>
            <a:endParaRPr kumimoji="0" lang="zh-CN" alt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AutoShape 8">
            <a:extLst>
              <a:ext uri="{FF2B5EF4-FFF2-40B4-BE49-F238E27FC236}">
                <a16:creationId xmlns:a16="http://schemas.microsoft.com/office/drawing/2014/main" id="{7908E122-6D60-E94F-4979-A3CAB9D37F4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146097" y="1443811"/>
            <a:ext cx="415073" cy="27778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8" name="AutoShape 9">
            <a:extLst>
              <a:ext uri="{FF2B5EF4-FFF2-40B4-BE49-F238E27FC236}">
                <a16:creationId xmlns:a16="http://schemas.microsoft.com/office/drawing/2014/main" id="{958687A9-5A28-F84B-00C0-EB6BB5865BD2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6711" y="2271747"/>
            <a:ext cx="6350" cy="3365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9" name="AutoShape 10">
            <a:extLst>
              <a:ext uri="{FF2B5EF4-FFF2-40B4-BE49-F238E27FC236}">
                <a16:creationId xmlns:a16="http://schemas.microsoft.com/office/drawing/2014/main" id="{296E79D6-E107-B73D-3CEC-4618DA3C2E69}"/>
              </a:ext>
            </a:extLst>
          </p:cNvPr>
          <p:cNvSpPr>
            <a:spLocks noChangeShapeType="1"/>
          </p:cNvSpPr>
          <p:nvPr/>
        </p:nvSpPr>
        <p:spPr bwMode="auto">
          <a:xfrm>
            <a:off x="791028" y="3248160"/>
            <a:ext cx="0" cy="2984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40" name="AutoShape 14">
            <a:extLst>
              <a:ext uri="{FF2B5EF4-FFF2-40B4-BE49-F238E27FC236}">
                <a16:creationId xmlns:a16="http://schemas.microsoft.com/office/drawing/2014/main" id="{601AC392-BE41-D099-4779-7D053005EA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3452" y="2656964"/>
            <a:ext cx="1260475" cy="252413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ReMoveLines()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1" name="AutoShape 17">
            <a:extLst>
              <a:ext uri="{FF2B5EF4-FFF2-40B4-BE49-F238E27FC236}">
                <a16:creationId xmlns:a16="http://schemas.microsoft.com/office/drawing/2014/main" id="{2831C1CB-1FD1-A339-40AF-4C013AB104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8312" y="4066111"/>
            <a:ext cx="889000" cy="25400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return false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2" name="AutoShape 4">
            <a:extLst>
              <a:ext uri="{FF2B5EF4-FFF2-40B4-BE49-F238E27FC236}">
                <a16:creationId xmlns:a16="http://schemas.microsoft.com/office/drawing/2014/main" id="{E678DFD9-2004-9561-F48E-47C91B8BDC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9054" y="4645894"/>
            <a:ext cx="889000" cy="254000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return true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3" name="AutoShape 15">
            <a:extLst>
              <a:ext uri="{FF2B5EF4-FFF2-40B4-BE49-F238E27FC236}">
                <a16:creationId xmlns:a16="http://schemas.microsoft.com/office/drawing/2014/main" id="{F2123B71-0562-0504-0549-72BBB5BBFE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7629" y="3194284"/>
            <a:ext cx="901700" cy="288925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IsDead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假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46" name="AutoShape 16">
            <a:extLst>
              <a:ext uri="{FF2B5EF4-FFF2-40B4-BE49-F238E27FC236}">
                <a16:creationId xmlns:a16="http://schemas.microsoft.com/office/drawing/2014/main" id="{E4F4A660-4138-FD2E-9858-883F7815F4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1962" y="3209553"/>
            <a:ext cx="901700" cy="288925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IsDead</a:t>
            </a:r>
            <a:r>
              <a:rPr kumimoji="0" lang="en-US" altLang="zh-CN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()</a:t>
            </a:r>
            <a:r>
              <a:rPr kumimoji="0" lang="zh-CN" altLang="en-US" sz="1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真</a:t>
            </a:r>
            <a:endParaRPr kumimoji="0" lang="zh-CN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5" name="AutoShape 1">
            <a:extLst>
              <a:ext uri="{FF2B5EF4-FFF2-40B4-BE49-F238E27FC236}">
                <a16:creationId xmlns:a16="http://schemas.microsoft.com/office/drawing/2014/main" id="{0F9F3E3C-AF46-630A-9C71-C854021ED8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77629" y="3916275"/>
            <a:ext cx="831850" cy="288925"/>
          </a:xfrm>
          <a:prstGeom prst="flowChartAlternateProcess">
            <a:avLst/>
          </a:prstGeom>
          <a:solidFill>
            <a:srgbClr val="FFFFFF"/>
          </a:solidFill>
          <a:ln w="9525">
            <a:solidFill>
              <a:srgbClr val="000000"/>
            </a:solidFill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1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NextBox()</a:t>
            </a:r>
            <a:endParaRPr kumimoji="0" lang="en-US" altLang="zh-CN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7" name="AutoShape 18">
            <a:extLst>
              <a:ext uri="{FF2B5EF4-FFF2-40B4-BE49-F238E27FC236}">
                <a16:creationId xmlns:a16="http://schemas.microsoft.com/office/drawing/2014/main" id="{FBD21EEC-215D-3A3C-CE3D-56DFEAE23809}"/>
              </a:ext>
            </a:extLst>
          </p:cNvPr>
          <p:cNvSpPr>
            <a:spLocks noChangeShapeType="1"/>
          </p:cNvSpPr>
          <p:nvPr/>
        </p:nvSpPr>
        <p:spPr bwMode="auto">
          <a:xfrm>
            <a:off x="2080533" y="3540770"/>
            <a:ext cx="0" cy="4349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58" name="AutoShape 3">
            <a:extLst>
              <a:ext uri="{FF2B5EF4-FFF2-40B4-BE49-F238E27FC236}">
                <a16:creationId xmlns:a16="http://schemas.microsoft.com/office/drawing/2014/main" id="{11277100-1207-A184-778E-CFCC5E9A15AE}"/>
              </a:ext>
            </a:extLst>
          </p:cNvPr>
          <p:cNvSpPr>
            <a:spLocks noChangeShapeType="1"/>
          </p:cNvSpPr>
          <p:nvPr/>
        </p:nvSpPr>
        <p:spPr bwMode="auto">
          <a:xfrm>
            <a:off x="3804314" y="4280614"/>
            <a:ext cx="0" cy="295275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1" name="AutoShape 2">
            <a:extLst>
              <a:ext uri="{FF2B5EF4-FFF2-40B4-BE49-F238E27FC236}">
                <a16:creationId xmlns:a16="http://schemas.microsoft.com/office/drawing/2014/main" id="{09E55DA4-721A-1A54-BE26-10886EAF1BC2}"/>
              </a:ext>
            </a:extLst>
          </p:cNvPr>
          <p:cNvSpPr>
            <a:spLocks noChangeShapeType="1"/>
          </p:cNvSpPr>
          <p:nvPr/>
        </p:nvSpPr>
        <p:spPr bwMode="auto">
          <a:xfrm>
            <a:off x="3811194" y="3540770"/>
            <a:ext cx="9525" cy="29845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2" name="AutoShape 19">
            <a:extLst>
              <a:ext uri="{FF2B5EF4-FFF2-40B4-BE49-F238E27FC236}">
                <a16:creationId xmlns:a16="http://schemas.microsoft.com/office/drawing/2014/main" id="{931F9A4C-4A94-B46B-D743-1C9AD0E5EED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62174" y="1475253"/>
            <a:ext cx="368300" cy="21864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63" name="Rectangle 20">
            <a:extLst>
              <a:ext uri="{FF2B5EF4-FFF2-40B4-BE49-F238E27FC236}">
                <a16:creationId xmlns:a16="http://schemas.microsoft.com/office/drawing/2014/main" id="{6EB9BB31-275F-1926-EBA6-3D7CA77CB3B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778" y="1115432"/>
            <a:ext cx="9144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sp>
        <p:nvSpPr>
          <p:cNvPr id="64" name="Rectangle 31">
            <a:extLst>
              <a:ext uri="{FF2B5EF4-FFF2-40B4-BE49-F238E27FC236}">
                <a16:creationId xmlns:a16="http://schemas.microsoft.com/office/drawing/2014/main" id="{B9B05B59-EA01-B0B4-08FF-C91B315FF6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273" y="1385296"/>
            <a:ext cx="184731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5" name="Rectangle 34">
            <a:extLst>
              <a:ext uri="{FF2B5EF4-FFF2-40B4-BE49-F238E27FC236}">
                <a16:creationId xmlns:a16="http://schemas.microsoft.com/office/drawing/2014/main" id="{343C2B49-723F-F5B6-3955-0F7BE59D57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49778" y="1572632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69" name="表格 68">
            <a:extLst>
              <a:ext uri="{FF2B5EF4-FFF2-40B4-BE49-F238E27FC236}">
                <a16:creationId xmlns:a16="http://schemas.microsoft.com/office/drawing/2014/main" id="{81E71DB1-A5B6-D0DA-BCAF-B5D653D6A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83052600"/>
              </p:ext>
            </p:extLst>
          </p:nvPr>
        </p:nvGraphicFramePr>
        <p:xfrm>
          <a:off x="6912002" y="82267"/>
          <a:ext cx="2231998" cy="50520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74526">
                  <a:extLst>
                    <a:ext uri="{9D8B030D-6E8A-4147-A177-3AD203B41FA5}">
                      <a16:colId xmlns:a16="http://schemas.microsoft.com/office/drawing/2014/main" val="2281361715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661711242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1895048556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328306888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1996724178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44086998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3556359932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32629417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865247684"/>
                    </a:ext>
                  </a:extLst>
                </a:gridCol>
              </a:tblGrid>
              <a:tr h="296471"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630694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0753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29645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705421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799197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804245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318014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41878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88601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3572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394601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10511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00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501743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00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939515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00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610755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00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62947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761928"/>
                  </a:ext>
                </a:extLst>
              </a:tr>
            </a:tbl>
          </a:graphicData>
        </a:graphic>
      </p:graphicFrame>
      <p:graphicFrame>
        <p:nvGraphicFramePr>
          <p:cNvPr id="70" name="表格 69">
            <a:extLst>
              <a:ext uri="{FF2B5EF4-FFF2-40B4-BE49-F238E27FC236}">
                <a16:creationId xmlns:a16="http://schemas.microsoft.com/office/drawing/2014/main" id="{F4A84CB6-F26C-9FEC-9F43-3E4D7C7CD5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72983079"/>
              </p:ext>
            </p:extLst>
          </p:nvPr>
        </p:nvGraphicFramePr>
        <p:xfrm>
          <a:off x="4466445" y="91440"/>
          <a:ext cx="2231998" cy="5052060"/>
        </p:xfrm>
        <a:graphic>
          <a:graphicData uri="http://schemas.openxmlformats.org/drawingml/2006/table">
            <a:tbl>
              <a:tblPr>
                <a:tableStyleId>{D7AC3CCA-C797-4891-BE02-D94E43425B78}</a:tableStyleId>
              </a:tblPr>
              <a:tblGrid>
                <a:gridCol w="274526">
                  <a:extLst>
                    <a:ext uri="{9D8B030D-6E8A-4147-A177-3AD203B41FA5}">
                      <a16:colId xmlns:a16="http://schemas.microsoft.com/office/drawing/2014/main" val="2281361715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661711242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1895048556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328306888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1996724178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44086998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3556359932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32629417"/>
                    </a:ext>
                  </a:extLst>
                </a:gridCol>
                <a:gridCol w="244684">
                  <a:extLst>
                    <a:ext uri="{9D8B030D-6E8A-4147-A177-3AD203B41FA5}">
                      <a16:colId xmlns:a16="http://schemas.microsoft.com/office/drawing/2014/main" val="2865247684"/>
                    </a:ext>
                  </a:extLst>
                </a:gridCol>
              </a:tblGrid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1630694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3700753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6729645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84705421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9799197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4804245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8318014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3841878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988601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5813572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394601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solidFill>
                            <a:schemeClr val="tx1"/>
                          </a:solidFill>
                          <a:highlight>
                            <a:srgbClr val="FF0000"/>
                          </a:highlight>
                        </a:rPr>
                        <a:t>1</a:t>
                      </a:r>
                      <a:endParaRPr lang="zh-CN" altLang="en-US" dirty="0">
                        <a:solidFill>
                          <a:schemeClr val="tx1"/>
                        </a:solidFill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82105110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00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76501743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00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13939515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00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00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zh-CN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63610755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7762947"/>
                  </a:ext>
                </a:extLst>
              </a:tr>
              <a:tr h="296471"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>
                          <a:highlight>
                            <a:srgbClr val="FFFF00"/>
                          </a:highlight>
                        </a:rPr>
                        <a:t>1</a:t>
                      </a:r>
                      <a:endParaRPr lang="zh-CN" altLang="en-US" dirty="0">
                        <a:highlight>
                          <a:srgbClr val="FFFF00"/>
                        </a:highlight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CN" dirty="0"/>
                        <a:t>0</a:t>
                      </a:r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93761928"/>
                  </a:ext>
                </a:extLst>
              </a:tr>
            </a:tbl>
          </a:graphicData>
        </a:graphic>
      </p:graphicFrame>
      <p:cxnSp>
        <p:nvCxnSpPr>
          <p:cNvPr id="72" name="直接连接符 71">
            <a:extLst>
              <a:ext uri="{FF2B5EF4-FFF2-40B4-BE49-F238E27FC236}">
                <a16:creationId xmlns:a16="http://schemas.microsoft.com/office/drawing/2014/main" id="{BF19E7A7-7746-D11A-9EB3-E8566FDFCE32}"/>
              </a:ext>
            </a:extLst>
          </p:cNvPr>
          <p:cNvCxnSpPr/>
          <p:nvPr/>
        </p:nvCxnSpPr>
        <p:spPr>
          <a:xfrm>
            <a:off x="2747660" y="2234704"/>
            <a:ext cx="0" cy="63339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直接箭头连接符 73">
            <a:extLst>
              <a:ext uri="{FF2B5EF4-FFF2-40B4-BE49-F238E27FC236}">
                <a16:creationId xmlns:a16="http://schemas.microsoft.com/office/drawing/2014/main" id="{09D7D911-48B8-ABB7-C6CB-96327034CE54}"/>
              </a:ext>
            </a:extLst>
          </p:cNvPr>
          <p:cNvCxnSpPr/>
          <p:nvPr/>
        </p:nvCxnSpPr>
        <p:spPr>
          <a:xfrm>
            <a:off x="2747660" y="2868094"/>
            <a:ext cx="601394" cy="34145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6" name="直接箭头连接符 75">
            <a:extLst>
              <a:ext uri="{FF2B5EF4-FFF2-40B4-BE49-F238E27FC236}">
                <a16:creationId xmlns:a16="http://schemas.microsoft.com/office/drawing/2014/main" id="{AA52D4D0-2CD1-7C50-A03D-ACAFF75407D2}"/>
              </a:ext>
            </a:extLst>
          </p:cNvPr>
          <p:cNvCxnSpPr>
            <a:cxnSpLocks/>
          </p:cNvCxnSpPr>
          <p:nvPr/>
        </p:nvCxnSpPr>
        <p:spPr>
          <a:xfrm flipH="1">
            <a:off x="2306072" y="2868094"/>
            <a:ext cx="441588" cy="28892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80472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5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6" dur="500" fill="hold"/>
                                        <p:tgtEl>
                                          <p:spTgt spid="7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7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8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3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4" dur="500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09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0" dur="5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5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16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38" grpId="0" animBg="1"/>
      <p:bldP spid="39" grpId="0" animBg="1"/>
      <p:bldP spid="40" grpId="0" animBg="1"/>
      <p:bldP spid="41" grpId="0" animBg="1"/>
      <p:bldP spid="42" grpId="0" animBg="1"/>
      <p:bldP spid="43" grpId="0" animBg="1"/>
      <p:bldP spid="46" grpId="0" animBg="1"/>
      <p:bldP spid="55" grpId="0" animBg="1"/>
      <p:bldP spid="57" grpId="0" animBg="1"/>
      <p:bldP spid="58" grpId="0" animBg="1"/>
      <p:bldP spid="61" grpId="0" animBg="1"/>
      <p:bldP spid="62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6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2" name="Title 1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>
            <a:spLocks noGrp="1"/>
          </p:cNvSpPr>
          <p:nvPr>
            <p:ph type="title"/>
          </p:nvPr>
        </p:nvSpPr>
        <p:spPr>
          <a:xfrm>
            <a:off x="404533" y="-1"/>
            <a:ext cx="7886700" cy="99417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微软雅黑"/>
                <a:ea typeface="微软雅黑"/>
                <a:sym typeface="微软雅黑"/>
              </a:rPr>
            </a:br>
            <a:endParaRPr lang="en-US" b="1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35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微软雅黑"/>
                <a:ea typeface="微软雅黑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1"/>
            <a:ext cx="340238" cy="179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grpSp>
        <p:nvGrpSpPr>
          <p:cNvPr id="38" name="Group 11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EEC5FF86-CDDD-2CBF-C10B-D22D9B56C2DD}"/>
              </a:ext>
            </a:extLst>
          </p:cNvPr>
          <p:cNvGrpSpPr/>
          <p:nvPr/>
        </p:nvGrpSpPr>
        <p:grpSpPr>
          <a:xfrm>
            <a:off x="-27390" y="213349"/>
            <a:ext cx="3045142" cy="680727"/>
            <a:chOff x="6457392" y="2728081"/>
            <a:chExt cx="3045142" cy="680727"/>
          </a:xfrm>
        </p:grpSpPr>
        <p:sp>
          <p:nvSpPr>
            <p:cNvPr id="39" name="Rectangle: Rounded Corners 116">
              <a:extLst>
                <a:ext uri="{FF2B5EF4-FFF2-40B4-BE49-F238E27FC236}">
                  <a16:creationId xmlns:a16="http://schemas.microsoft.com/office/drawing/2014/main" id="{8D945D2F-6B21-D854-0C71-48D0A311F86C}"/>
                </a:ext>
              </a:extLst>
            </p:cNvPr>
            <p:cNvSpPr/>
            <p:nvPr/>
          </p:nvSpPr>
          <p:spPr>
            <a:xfrm>
              <a:off x="6575108" y="2728081"/>
              <a:ext cx="2927426" cy="680727"/>
            </a:xfrm>
            <a:prstGeom prst="roundRect">
              <a:avLst>
                <a:gd name="adj" fmla="val 8395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63500" dir="5400000" algn="t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sym typeface="微软雅黑"/>
                </a:rPr>
                <a:t>多模式开发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0" name="Isosceles Triangle 117">
              <a:extLst>
                <a:ext uri="{FF2B5EF4-FFF2-40B4-BE49-F238E27FC236}">
                  <a16:creationId xmlns:a16="http://schemas.microsoft.com/office/drawing/2014/main" id="{DB7886E0-5820-294E-5D25-A7D4C6652582}"/>
                </a:ext>
              </a:extLst>
            </p:cNvPr>
            <p:cNvSpPr/>
            <p:nvPr/>
          </p:nvSpPr>
          <p:spPr>
            <a:xfrm rot="16200000" flipH="1">
              <a:off x="6438867" y="3009783"/>
              <a:ext cx="154374" cy="11732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微软雅黑"/>
                <a:ea typeface="微软雅黑"/>
                <a:sym typeface="微软雅黑"/>
              </a:endParaRPr>
            </a:p>
          </p:txBody>
        </p:sp>
      </p:grpSp>
      <p:grpSp>
        <p:nvGrpSpPr>
          <p:cNvPr id="41" name="Group 118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B8D0909B-91AA-9096-01B5-ACFF946D0E42}"/>
              </a:ext>
            </a:extLst>
          </p:cNvPr>
          <p:cNvGrpSpPr/>
          <p:nvPr/>
        </p:nvGrpSpPr>
        <p:grpSpPr>
          <a:xfrm>
            <a:off x="2163288" y="91420"/>
            <a:ext cx="944790" cy="385106"/>
            <a:chOff x="3355842" y="1899270"/>
            <a:chExt cx="944790" cy="385106"/>
          </a:xfrm>
        </p:grpSpPr>
        <p:sp>
          <p:nvSpPr>
            <p:cNvPr id="42" name="Parallelogram 119">
              <a:extLst>
                <a:ext uri="{FF2B5EF4-FFF2-40B4-BE49-F238E27FC236}">
                  <a16:creationId xmlns:a16="http://schemas.microsoft.com/office/drawing/2014/main" id="{9327B7C2-8B82-5159-6F13-E7403A16927E}"/>
                </a:ext>
              </a:extLst>
            </p:cNvPr>
            <p:cNvSpPr/>
            <p:nvPr/>
          </p:nvSpPr>
          <p:spPr>
            <a:xfrm>
              <a:off x="3355842" y="1899270"/>
              <a:ext cx="944790" cy="385106"/>
            </a:xfrm>
            <a:prstGeom prst="parallelogram">
              <a:avLst>
                <a:gd name="adj" fmla="val 51563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127000" dist="63500" dir="5400000" algn="t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bg1"/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3" name="TextBox 120">
              <a:extLst>
                <a:ext uri="{FF2B5EF4-FFF2-40B4-BE49-F238E27FC236}">
                  <a16:creationId xmlns:a16="http://schemas.microsoft.com/office/drawing/2014/main" id="{9B5F97F5-07D9-BE4E-DEAD-4129A71E00B2}"/>
                </a:ext>
              </a:extLst>
            </p:cNvPr>
            <p:cNvSpPr txBox="1"/>
            <p:nvPr/>
          </p:nvSpPr>
          <p:spPr>
            <a:xfrm>
              <a:off x="3524308" y="1961018"/>
              <a:ext cx="607860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/>
                  <a:ea typeface="微软雅黑"/>
                  <a:cs typeface="Segoe UI" panose="020B0502040204020203" pitchFamily="34" charset="0"/>
                  <a:sym typeface="微软雅黑"/>
                </a:rPr>
                <a:t>难点三</a:t>
              </a:r>
              <a:endParaRPr lang="en-US" sz="1100" dirty="0">
                <a:solidFill>
                  <a:schemeClr val="bg1"/>
                </a:solidFill>
                <a:latin typeface="微软雅黑"/>
                <a:ea typeface="微软雅黑"/>
                <a:cs typeface="Segoe UI" panose="020B0502040204020203" pitchFamily="34" charset="0"/>
                <a:sym typeface="微软雅黑"/>
              </a:endParaRPr>
            </a:p>
          </p:txBody>
        </p:sp>
      </p:grpSp>
      <p:grpSp>
        <p:nvGrpSpPr>
          <p:cNvPr id="44" name="组合 43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A290D242-B38B-6ACB-A9A1-1A2EABEEDB5E}"/>
              </a:ext>
            </a:extLst>
          </p:cNvPr>
          <p:cNvGrpSpPr/>
          <p:nvPr/>
        </p:nvGrpSpPr>
        <p:grpSpPr>
          <a:xfrm>
            <a:off x="207645" y="1027533"/>
            <a:ext cx="1620515" cy="1705476"/>
            <a:chOff x="2383919" y="3190711"/>
            <a:chExt cx="1620515" cy="1705476"/>
          </a:xfrm>
          <a:solidFill>
            <a:schemeClr val="bg2">
              <a:lumMod val="25000"/>
            </a:schemeClr>
          </a:solidFill>
        </p:grpSpPr>
        <p:sp>
          <p:nvSpPr>
            <p:cNvPr id="45" name="Flowchart: Manual Input 91">
              <a:extLst>
                <a:ext uri="{FF2B5EF4-FFF2-40B4-BE49-F238E27FC236}">
                  <a16:creationId xmlns:a16="http://schemas.microsoft.com/office/drawing/2014/main" id="{0FADB6F8-4DD0-4291-46EA-FAD4EDD29C9E}"/>
                </a:ext>
              </a:extLst>
            </p:cNvPr>
            <p:cNvSpPr/>
            <p:nvPr/>
          </p:nvSpPr>
          <p:spPr>
            <a:xfrm rot="10800000" flipH="1" flipV="1">
              <a:off x="2383919" y="3190711"/>
              <a:ext cx="1620515" cy="1705476"/>
            </a:xfrm>
            <a:prstGeom prst="flowChartManualInput">
              <a:avLst/>
            </a:prstGeom>
            <a:grpFill/>
            <a:ln>
              <a:noFill/>
            </a:ln>
            <a:effectLst>
              <a:outerShdw blurRad="533400" dist="228600" dir="13500000" algn="br" rotWithShape="0">
                <a:prstClr val="black">
                  <a:alpha val="7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6" name="Rectangle 100">
              <a:extLst>
                <a:ext uri="{FF2B5EF4-FFF2-40B4-BE49-F238E27FC236}">
                  <a16:creationId xmlns:a16="http://schemas.microsoft.com/office/drawing/2014/main" id="{4E2F639F-ACC1-9270-1873-63654771823F}"/>
                </a:ext>
              </a:extLst>
            </p:cNvPr>
            <p:cNvSpPr/>
            <p:nvPr/>
          </p:nvSpPr>
          <p:spPr>
            <a:xfrm>
              <a:off x="2562539" y="4062944"/>
              <a:ext cx="1441895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rPr>
                <a:t>双人对战模式</a:t>
              </a:r>
              <a:endParaRPr lang="en-US" b="1" dirty="0">
                <a:solidFill>
                  <a:schemeClr val="bg1"/>
                </a:solidFill>
                <a:latin typeface="微软雅黑"/>
                <a:ea typeface="微软雅黑"/>
                <a:sym typeface="微软雅黑"/>
              </a:endParaRPr>
            </a:p>
          </p:txBody>
        </p:sp>
      </p:grpSp>
      <p:grpSp>
        <p:nvGrpSpPr>
          <p:cNvPr id="85" name="组合 84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BCCD76AF-15DA-8FC5-AC75-A696B81D4B62}"/>
              </a:ext>
            </a:extLst>
          </p:cNvPr>
          <p:cNvGrpSpPr/>
          <p:nvPr/>
        </p:nvGrpSpPr>
        <p:grpSpPr>
          <a:xfrm>
            <a:off x="4547424" y="1027533"/>
            <a:ext cx="1620515" cy="1705476"/>
            <a:chOff x="2383919" y="3190711"/>
            <a:chExt cx="1620515" cy="1705476"/>
          </a:xfrm>
          <a:solidFill>
            <a:schemeClr val="tx1">
              <a:lumMod val="85000"/>
              <a:lumOff val="15000"/>
            </a:schemeClr>
          </a:solidFill>
        </p:grpSpPr>
        <p:sp>
          <p:nvSpPr>
            <p:cNvPr id="86" name="Flowchart: Manual Input 91">
              <a:extLst>
                <a:ext uri="{FF2B5EF4-FFF2-40B4-BE49-F238E27FC236}">
                  <a16:creationId xmlns:a16="http://schemas.microsoft.com/office/drawing/2014/main" id="{D213B2F9-7E15-BE2C-0DDD-9975C4D88206}"/>
                </a:ext>
              </a:extLst>
            </p:cNvPr>
            <p:cNvSpPr/>
            <p:nvPr/>
          </p:nvSpPr>
          <p:spPr>
            <a:xfrm rot="10800000" flipH="1" flipV="1">
              <a:off x="2383919" y="3190711"/>
              <a:ext cx="1620515" cy="1705476"/>
            </a:xfrm>
            <a:prstGeom prst="flowChartManualInput">
              <a:avLst/>
            </a:prstGeom>
            <a:grpFill/>
            <a:ln>
              <a:noFill/>
            </a:ln>
            <a:effectLst>
              <a:outerShdw blurRad="533400" dist="228600" dir="13500000" algn="br" rotWithShape="0">
                <a:prstClr val="black">
                  <a:alpha val="72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87" name="Rectangle 100">
              <a:extLst>
                <a:ext uri="{FF2B5EF4-FFF2-40B4-BE49-F238E27FC236}">
                  <a16:creationId xmlns:a16="http://schemas.microsoft.com/office/drawing/2014/main" id="{32781E11-F13D-316B-2A07-880FFDE70346}"/>
                </a:ext>
              </a:extLst>
            </p:cNvPr>
            <p:cNvSpPr/>
            <p:nvPr/>
          </p:nvSpPr>
          <p:spPr>
            <a:xfrm>
              <a:off x="2621883" y="4084867"/>
              <a:ext cx="1382551" cy="307777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r>
                <a:rPr lang="zh-CN" altLang="en-US" b="1" dirty="0">
                  <a:solidFill>
                    <a:schemeClr val="bg1"/>
                  </a:solidFill>
                  <a:latin typeface="微软雅黑"/>
                  <a:ea typeface="微软雅黑"/>
                  <a:sym typeface="微软雅黑"/>
                </a:rPr>
                <a:t>   限时模式</a:t>
              </a:r>
              <a:endParaRPr lang="en-US" b="1" dirty="0">
                <a:solidFill>
                  <a:schemeClr val="bg1"/>
                </a:solidFill>
                <a:latin typeface="微软雅黑"/>
                <a:ea typeface="微软雅黑"/>
                <a:sym typeface="微软雅黑"/>
              </a:endParaRPr>
            </a:p>
          </p:txBody>
        </p:sp>
      </p:grpSp>
      <p:sp>
        <p:nvSpPr>
          <p:cNvPr id="5" name="矩形: 剪去单角 4">
            <a:extLst>
              <a:ext uri="{FF2B5EF4-FFF2-40B4-BE49-F238E27FC236}">
                <a16:creationId xmlns:a16="http://schemas.microsoft.com/office/drawing/2014/main" id="{5AA9074D-CDB8-4E56-97A6-9A813B84F2A3}"/>
              </a:ext>
            </a:extLst>
          </p:cNvPr>
          <p:cNvSpPr/>
          <p:nvPr/>
        </p:nvSpPr>
        <p:spPr>
          <a:xfrm>
            <a:off x="1828160" y="2053654"/>
            <a:ext cx="2413124" cy="2936678"/>
          </a:xfrm>
          <a:prstGeom prst="snip1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剪去单角 5">
            <a:extLst>
              <a:ext uri="{FF2B5EF4-FFF2-40B4-BE49-F238E27FC236}">
                <a16:creationId xmlns:a16="http://schemas.microsoft.com/office/drawing/2014/main" id="{F4A349CF-B9F9-397E-FA0D-5439CED00797}"/>
              </a:ext>
            </a:extLst>
          </p:cNvPr>
          <p:cNvSpPr/>
          <p:nvPr/>
        </p:nvSpPr>
        <p:spPr>
          <a:xfrm>
            <a:off x="6167939" y="2009792"/>
            <a:ext cx="2413124" cy="2749548"/>
          </a:xfrm>
          <a:prstGeom prst="snip1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40D400B-1B05-89AF-0817-CF161FAC6B65}"/>
              </a:ext>
            </a:extLst>
          </p:cNvPr>
          <p:cNvSpPr txBox="1"/>
          <p:nvPr/>
        </p:nvSpPr>
        <p:spPr>
          <a:xfrm>
            <a:off x="1918010" y="2207543"/>
            <a:ext cx="225254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1.game1——1P</a:t>
            </a:r>
          </a:p>
          <a:p>
            <a:r>
              <a:rPr lang="en-US" altLang="zh-CN" dirty="0"/>
              <a:t>   game2——2P</a:t>
            </a:r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积分功能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3.game1-&gt;game2</a:t>
            </a:r>
          </a:p>
          <a:p>
            <a:r>
              <a:rPr lang="en-US" altLang="zh-CN" dirty="0"/>
              <a:t>   game2-&gt;game1</a:t>
            </a:r>
          </a:p>
          <a:p>
            <a:endParaRPr lang="en-US" altLang="zh-CN" dirty="0"/>
          </a:p>
          <a:p>
            <a:r>
              <a:rPr lang="en-US" altLang="zh-CN" dirty="0"/>
              <a:t>4.Box::Make_8,9,10()</a:t>
            </a:r>
          </a:p>
          <a:p>
            <a:r>
              <a:rPr lang="zh-CN" altLang="en-US" dirty="0"/>
              <a:t> 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重写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Can()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函数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  <a:p>
            <a:r>
              <a:rPr lang="en-US" altLang="zh-CN" dirty="0"/>
              <a:t>5.</a:t>
            </a:r>
            <a:r>
              <a:rPr lang="zh-CN" altLang="en-US" dirty="0"/>
              <a:t>结束判定与对话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8503A1-8137-9FA5-F591-5D34D405F717}"/>
              </a:ext>
            </a:extLst>
          </p:cNvPr>
          <p:cNvSpPr txBox="1"/>
          <p:nvPr/>
        </p:nvSpPr>
        <p:spPr>
          <a:xfrm>
            <a:off x="6222380" y="2114550"/>
            <a:ext cx="2297152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计时功能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2.</a:t>
            </a:r>
            <a:r>
              <a:rPr lang="zh-CN" altLang="en-US" dirty="0"/>
              <a:t>加时奖励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3.</a:t>
            </a:r>
            <a:r>
              <a:rPr lang="zh-CN" altLang="en-US" dirty="0"/>
              <a:t>结束判定与对话</a:t>
            </a:r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23953809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8" dur="50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/>
      <p:bldP spid="8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图片占位符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矩形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61176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2" name="Title 1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>
            <a:spLocks noGrp="1"/>
          </p:cNvSpPr>
          <p:nvPr>
            <p:ph type="title"/>
          </p:nvPr>
        </p:nvSpPr>
        <p:spPr>
          <a:xfrm>
            <a:off x="404533" y="-1"/>
            <a:ext cx="7886700" cy="994172"/>
          </a:xfrm>
        </p:spPr>
        <p:txBody>
          <a:bodyPr>
            <a:normAutofit fontScale="90000"/>
          </a:bodyPr>
          <a:lstStyle/>
          <a:p>
            <a:br>
              <a:rPr lang="en-US" b="1" dirty="0">
                <a:latin typeface="微软雅黑"/>
                <a:ea typeface="微软雅黑"/>
                <a:sym typeface="微软雅黑"/>
              </a:rPr>
            </a:br>
            <a:endParaRPr lang="en-US" b="1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35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微软雅黑"/>
                <a:ea typeface="微软雅黑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36" name="TextBox 4">
            <a:extLst>
              <a:ext uri="{FF2B5EF4-FFF2-40B4-BE49-F238E27FC236}">
                <a16:creationId xmlns:a16="http://schemas.microsoft.com/office/drawing/2014/main" id="{EB684C7E-20A7-9694-F2D4-694B922B40F4}"/>
              </a:ext>
            </a:extLst>
          </p:cNvPr>
          <p:cNvSpPr txBox="1"/>
          <p:nvPr/>
        </p:nvSpPr>
        <p:spPr>
          <a:xfrm>
            <a:off x="0" y="1"/>
            <a:ext cx="340238" cy="1799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行业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PPT</a:t>
            </a:r>
            <a:r>
              <a:rPr lang="zh-CN" altLang="en-US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模板</a:t>
            </a:r>
            <a:r>
              <a:rPr lang="en-US" altLang="zh-CN" sz="100" dirty="0">
                <a:solidFill>
                  <a:schemeClr val="tx1">
                    <a:alpha val="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http://www.1ppt.com/hangye/</a:t>
            </a:r>
          </a:p>
        </p:txBody>
      </p:sp>
      <p:grpSp>
        <p:nvGrpSpPr>
          <p:cNvPr id="38" name="Group 11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EEC5FF86-CDDD-2CBF-C10B-D22D9B56C2DD}"/>
              </a:ext>
            </a:extLst>
          </p:cNvPr>
          <p:cNvGrpSpPr/>
          <p:nvPr/>
        </p:nvGrpSpPr>
        <p:grpSpPr>
          <a:xfrm>
            <a:off x="631703" y="994171"/>
            <a:ext cx="3045142" cy="680727"/>
            <a:chOff x="6457392" y="2728081"/>
            <a:chExt cx="3045142" cy="680727"/>
          </a:xfrm>
        </p:grpSpPr>
        <p:sp>
          <p:nvSpPr>
            <p:cNvPr id="39" name="Rectangle: Rounded Corners 116">
              <a:extLst>
                <a:ext uri="{FF2B5EF4-FFF2-40B4-BE49-F238E27FC236}">
                  <a16:creationId xmlns:a16="http://schemas.microsoft.com/office/drawing/2014/main" id="{8D945D2F-6B21-D854-0C71-48D0A311F86C}"/>
                </a:ext>
              </a:extLst>
            </p:cNvPr>
            <p:cNvSpPr/>
            <p:nvPr/>
          </p:nvSpPr>
          <p:spPr>
            <a:xfrm>
              <a:off x="6575108" y="2728081"/>
              <a:ext cx="2927426" cy="680727"/>
            </a:xfrm>
            <a:prstGeom prst="roundRect">
              <a:avLst>
                <a:gd name="adj" fmla="val 8395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63500" dir="5400000" algn="t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sym typeface="微软雅黑"/>
                </a:rPr>
                <a:t>如何仅通过一个按钮</a:t>
              </a:r>
              <a:endPara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sym typeface="微软雅黑"/>
              </a:endParaRPr>
            </a:p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sym typeface="微软雅黑"/>
                </a:rPr>
                <a:t>控制音乐播放？</a:t>
              </a:r>
              <a:endParaRPr lang="id-ID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0" name="Isosceles Triangle 117">
              <a:extLst>
                <a:ext uri="{FF2B5EF4-FFF2-40B4-BE49-F238E27FC236}">
                  <a16:creationId xmlns:a16="http://schemas.microsoft.com/office/drawing/2014/main" id="{DB7886E0-5820-294E-5D25-A7D4C6652582}"/>
                </a:ext>
              </a:extLst>
            </p:cNvPr>
            <p:cNvSpPr/>
            <p:nvPr/>
          </p:nvSpPr>
          <p:spPr>
            <a:xfrm rot="16200000" flipH="1">
              <a:off x="6438867" y="3009783"/>
              <a:ext cx="154374" cy="11732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微软雅黑"/>
                <a:ea typeface="微软雅黑"/>
                <a:sym typeface="微软雅黑"/>
              </a:endParaRPr>
            </a:p>
          </p:txBody>
        </p:sp>
      </p:grpSp>
      <p:grpSp>
        <p:nvGrpSpPr>
          <p:cNvPr id="41" name="Group 118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B8D0909B-91AA-9096-01B5-ACFF946D0E42}"/>
              </a:ext>
            </a:extLst>
          </p:cNvPr>
          <p:cNvGrpSpPr/>
          <p:nvPr/>
        </p:nvGrpSpPr>
        <p:grpSpPr>
          <a:xfrm>
            <a:off x="2585828" y="680085"/>
            <a:ext cx="944790" cy="385106"/>
            <a:chOff x="3355842" y="1899270"/>
            <a:chExt cx="944790" cy="385106"/>
          </a:xfrm>
        </p:grpSpPr>
        <p:sp>
          <p:nvSpPr>
            <p:cNvPr id="42" name="Parallelogram 119">
              <a:extLst>
                <a:ext uri="{FF2B5EF4-FFF2-40B4-BE49-F238E27FC236}">
                  <a16:creationId xmlns:a16="http://schemas.microsoft.com/office/drawing/2014/main" id="{9327B7C2-8B82-5159-6F13-E7403A16927E}"/>
                </a:ext>
              </a:extLst>
            </p:cNvPr>
            <p:cNvSpPr/>
            <p:nvPr/>
          </p:nvSpPr>
          <p:spPr>
            <a:xfrm>
              <a:off x="3355842" y="1899270"/>
              <a:ext cx="944790" cy="385106"/>
            </a:xfrm>
            <a:prstGeom prst="parallelogram">
              <a:avLst>
                <a:gd name="adj" fmla="val 51563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127000" dist="63500" dir="5400000" algn="t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bg1"/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3" name="TextBox 120">
              <a:extLst>
                <a:ext uri="{FF2B5EF4-FFF2-40B4-BE49-F238E27FC236}">
                  <a16:creationId xmlns:a16="http://schemas.microsoft.com/office/drawing/2014/main" id="{9B5F97F5-07D9-BE4E-DEAD-4129A71E00B2}"/>
                </a:ext>
              </a:extLst>
            </p:cNvPr>
            <p:cNvSpPr txBox="1"/>
            <p:nvPr/>
          </p:nvSpPr>
          <p:spPr>
            <a:xfrm>
              <a:off x="3524309" y="1961018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/>
                  <a:ea typeface="微软雅黑"/>
                  <a:cs typeface="Segoe UI" panose="020B0502040204020203" pitchFamily="34" charset="0"/>
                  <a:sym typeface="微软雅黑"/>
                </a:rPr>
                <a:t>难点四</a:t>
              </a:r>
              <a:endParaRPr lang="en-US" sz="1100" dirty="0">
                <a:solidFill>
                  <a:schemeClr val="bg1"/>
                </a:solidFill>
                <a:latin typeface="微软雅黑"/>
                <a:ea typeface="微软雅黑"/>
                <a:cs typeface="Segoe UI" panose="020B0502040204020203" pitchFamily="34" charset="0"/>
                <a:sym typeface="微软雅黑"/>
              </a:endParaRPr>
            </a:p>
          </p:txBody>
        </p:sp>
      </p:grpSp>
      <p:grpSp>
        <p:nvGrpSpPr>
          <p:cNvPr id="79" name="Group 11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7EC48B20-1635-8AB0-F4E8-6BF16F76C587}"/>
              </a:ext>
            </a:extLst>
          </p:cNvPr>
          <p:cNvGrpSpPr/>
          <p:nvPr/>
        </p:nvGrpSpPr>
        <p:grpSpPr>
          <a:xfrm>
            <a:off x="4555489" y="1033042"/>
            <a:ext cx="3045142" cy="680727"/>
            <a:chOff x="6457392" y="2728081"/>
            <a:chExt cx="3045142" cy="680727"/>
          </a:xfrm>
        </p:grpSpPr>
        <p:sp>
          <p:nvSpPr>
            <p:cNvPr id="80" name="Rectangle: Rounded Corners 116">
              <a:extLst>
                <a:ext uri="{FF2B5EF4-FFF2-40B4-BE49-F238E27FC236}">
                  <a16:creationId xmlns:a16="http://schemas.microsoft.com/office/drawing/2014/main" id="{0C0804F7-12E5-AC63-10D3-139DCF521D81}"/>
                </a:ext>
              </a:extLst>
            </p:cNvPr>
            <p:cNvSpPr/>
            <p:nvPr/>
          </p:nvSpPr>
          <p:spPr>
            <a:xfrm>
              <a:off x="6575108" y="2728081"/>
              <a:ext cx="2927426" cy="680727"/>
            </a:xfrm>
            <a:prstGeom prst="roundRect">
              <a:avLst>
                <a:gd name="adj" fmla="val 8395"/>
              </a:avLst>
            </a:prstGeom>
            <a:solidFill>
              <a:schemeClr val="bg1"/>
            </a:solidFill>
            <a:ln>
              <a:noFill/>
            </a:ln>
            <a:effectLst>
              <a:outerShdw blurRad="190500" dist="63500" dir="5400000" algn="t" rotWithShape="0">
                <a:schemeClr val="bg1">
                  <a:lumMod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/>
                  <a:ea typeface="微软雅黑"/>
                  <a:sym typeface="微软雅黑"/>
                </a:rPr>
                <a:t>排行榜中如何同时显示玩家名与分数？</a:t>
              </a:r>
              <a:endParaRPr lang="id-ID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81" name="Isosceles Triangle 117">
              <a:extLst>
                <a:ext uri="{FF2B5EF4-FFF2-40B4-BE49-F238E27FC236}">
                  <a16:creationId xmlns:a16="http://schemas.microsoft.com/office/drawing/2014/main" id="{B6F583FE-77F9-D5DF-4523-01E8AD41DB9B}"/>
                </a:ext>
              </a:extLst>
            </p:cNvPr>
            <p:cNvSpPr/>
            <p:nvPr/>
          </p:nvSpPr>
          <p:spPr>
            <a:xfrm rot="16200000" flipH="1">
              <a:off x="6438867" y="3009783"/>
              <a:ext cx="154374" cy="117324"/>
            </a:xfrm>
            <a:prstGeom prst="triangl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latin typeface="微软雅黑"/>
                <a:ea typeface="微软雅黑"/>
                <a:sym typeface="微软雅黑"/>
              </a:endParaRPr>
            </a:p>
          </p:txBody>
        </p:sp>
      </p:grpSp>
      <p:grpSp>
        <p:nvGrpSpPr>
          <p:cNvPr id="82" name="Group 118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0FA16BAA-0EAB-2AA4-477B-007324B16871}"/>
              </a:ext>
            </a:extLst>
          </p:cNvPr>
          <p:cNvGrpSpPr/>
          <p:nvPr/>
        </p:nvGrpSpPr>
        <p:grpSpPr>
          <a:xfrm>
            <a:off x="6509614" y="683078"/>
            <a:ext cx="944790" cy="385106"/>
            <a:chOff x="3355842" y="1899270"/>
            <a:chExt cx="944790" cy="385106"/>
          </a:xfrm>
        </p:grpSpPr>
        <p:sp>
          <p:nvSpPr>
            <p:cNvPr id="83" name="Parallelogram 119">
              <a:extLst>
                <a:ext uri="{FF2B5EF4-FFF2-40B4-BE49-F238E27FC236}">
                  <a16:creationId xmlns:a16="http://schemas.microsoft.com/office/drawing/2014/main" id="{6C994C2E-3F02-7ACB-847D-B38D6B698A68}"/>
                </a:ext>
              </a:extLst>
            </p:cNvPr>
            <p:cNvSpPr/>
            <p:nvPr/>
          </p:nvSpPr>
          <p:spPr>
            <a:xfrm>
              <a:off x="3355842" y="1899270"/>
              <a:ext cx="944790" cy="385106"/>
            </a:xfrm>
            <a:prstGeom prst="parallelogram">
              <a:avLst>
                <a:gd name="adj" fmla="val 51563"/>
              </a:avLst>
            </a:pr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  <a:effectLst>
              <a:outerShdw blurRad="127000" dist="63500" dir="5400000" algn="t" rotWithShape="0">
                <a:schemeClr val="bg1">
                  <a:lumMod val="65000"/>
                  <a:alpha val="40000"/>
                </a:scheme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id-ID">
                <a:solidFill>
                  <a:schemeClr val="bg1"/>
                </a:solidFill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84" name="TextBox 120">
              <a:extLst>
                <a:ext uri="{FF2B5EF4-FFF2-40B4-BE49-F238E27FC236}">
                  <a16:creationId xmlns:a16="http://schemas.microsoft.com/office/drawing/2014/main" id="{C28AEBDC-4BB3-41FD-3E7D-6DD02641E895}"/>
                </a:ext>
              </a:extLst>
            </p:cNvPr>
            <p:cNvSpPr txBox="1"/>
            <p:nvPr/>
          </p:nvSpPr>
          <p:spPr>
            <a:xfrm>
              <a:off x="3524308" y="1961018"/>
              <a:ext cx="607859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zh-CN" altLang="en-US" sz="1100" dirty="0">
                  <a:solidFill>
                    <a:schemeClr val="bg1"/>
                  </a:solidFill>
                  <a:latin typeface="微软雅黑"/>
                  <a:ea typeface="微软雅黑"/>
                  <a:cs typeface="Segoe UI" panose="020B0502040204020203" pitchFamily="34" charset="0"/>
                  <a:sym typeface="微软雅黑"/>
                </a:rPr>
                <a:t>难点五</a:t>
              </a:r>
              <a:endParaRPr lang="en-US" sz="1100" dirty="0">
                <a:solidFill>
                  <a:schemeClr val="bg1"/>
                </a:solidFill>
                <a:latin typeface="微软雅黑"/>
                <a:ea typeface="微软雅黑"/>
                <a:cs typeface="Segoe UI" panose="020B0502040204020203" pitchFamily="34" charset="0"/>
                <a:sym typeface="微软雅黑"/>
              </a:endParaRPr>
            </a:p>
          </p:txBody>
        </p:sp>
      </p:grpSp>
      <p:pic>
        <p:nvPicPr>
          <p:cNvPr id="5" name="图片 4">
            <a:extLst>
              <a:ext uri="{FF2B5EF4-FFF2-40B4-BE49-F238E27FC236}">
                <a16:creationId xmlns:a16="http://schemas.microsoft.com/office/drawing/2014/main" id="{FFDAA8B1-5D90-B19B-3DC0-85ABD80EC6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482" y="1845475"/>
            <a:ext cx="3655518" cy="427773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E79CB39F-FCFA-A74A-2F3F-FA27B3D66592}"/>
              </a:ext>
            </a:extLst>
          </p:cNvPr>
          <p:cNvSpPr txBox="1"/>
          <p:nvPr/>
        </p:nvSpPr>
        <p:spPr>
          <a:xfrm>
            <a:off x="872671" y="2608259"/>
            <a:ext cx="26579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      建立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int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型变量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musicstate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，执行音乐开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/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关时改变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musicstate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值，标记音乐播放状态。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+mn-cs"/>
            </a:endParaRPr>
          </a:p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   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建立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OnBnClickedMusic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函数控制音乐开关；在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OnBnClickedButtonStart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()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函数调用时调用该函数，保证自动播放音乐。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254C2326-9258-A673-F820-99B2D2A9D8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34707"/>
          <a:stretch/>
        </p:blipFill>
        <p:spPr>
          <a:xfrm>
            <a:off x="4936600" y="1737462"/>
            <a:ext cx="2400635" cy="870797"/>
          </a:xfrm>
          <a:prstGeom prst="rect">
            <a:avLst/>
          </a:prstGeom>
        </p:spPr>
      </p:pic>
      <p:sp>
        <p:nvSpPr>
          <p:cNvPr id="10" name="文本框 9">
            <a:extLst>
              <a:ext uri="{FF2B5EF4-FFF2-40B4-BE49-F238E27FC236}">
                <a16:creationId xmlns:a16="http://schemas.microsoft.com/office/drawing/2014/main" id="{E32D90E0-10A3-B536-6A85-0467B522A522}"/>
              </a:ext>
            </a:extLst>
          </p:cNvPr>
          <p:cNvSpPr txBox="1"/>
          <p:nvPr/>
        </p:nvSpPr>
        <p:spPr>
          <a:xfrm>
            <a:off x="4852087" y="2798772"/>
            <a:ext cx="2657947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      使用结构体</a:t>
            </a:r>
            <a:r>
              <a:rPr lang="en-US" altLang="zh-CN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PlayerScore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关联用户名与分数，建立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Rank()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函数实现排行榜。</a:t>
            </a:r>
            <a:endParaRPr lang="en-US" altLang="zh-CN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+mn-cs"/>
            </a:endParaRPr>
          </a:p>
          <a:p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      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通过文件输入输出流实现存储，每次有分数更新后重新进行排序，在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List Box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+mn-cs"/>
              </a:rPr>
              <a:t>中格式化显示。</a:t>
            </a:r>
          </a:p>
        </p:txBody>
      </p:sp>
    </p:spTree>
    <p:extLst>
      <p:ext uri="{BB962C8B-B14F-4D97-AF65-F5344CB8AC3E}">
        <p14:creationId xmlns:p14="http://schemas.microsoft.com/office/powerpoint/2010/main" val="961330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00">
        <p14:prism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占位符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矩形 1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423546">
              <a:alpha val="19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6" name="文本框 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1760484" y="1790254"/>
            <a:ext cx="58705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600" b="1" dirty="0">
                <a:solidFill>
                  <a:schemeClr val="bg1"/>
                </a:solidFill>
                <a:latin typeface="微软雅黑"/>
                <a:ea typeface="微软雅黑"/>
                <a:sym typeface="微软雅黑"/>
              </a:rPr>
              <a:t>03 </a:t>
            </a:r>
            <a:r>
              <a:rPr lang="zh-CN" altLang="en-US" sz="6600" b="1" dirty="0">
                <a:solidFill>
                  <a:schemeClr val="bg1"/>
                </a:solidFill>
                <a:latin typeface="微软雅黑"/>
                <a:ea typeface="微软雅黑"/>
                <a:sym typeface="微软雅黑"/>
              </a:rPr>
              <a:t>项目特色</a:t>
            </a:r>
          </a:p>
        </p:txBody>
      </p:sp>
      <p:sp>
        <p:nvSpPr>
          <p:cNvPr id="5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微软雅黑"/>
                <a:ea typeface="微软雅黑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>
              <a:latin typeface="微软雅黑"/>
              <a:ea typeface="微软雅黑"/>
              <a:sym typeface="微软雅黑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24836B77-E05E-1B0A-3787-8AAAD90DB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8" y="82676"/>
            <a:ext cx="4486901" cy="2800741"/>
          </a:xfrm>
          <a:prstGeom prst="rect">
            <a:avLst/>
          </a:prstGeom>
        </p:spPr>
      </p:pic>
      <p:grpSp>
        <p:nvGrpSpPr>
          <p:cNvPr id="18" name="Group 38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72F6EE13-229E-087B-69F5-575AAFB973D6}"/>
              </a:ext>
            </a:extLst>
          </p:cNvPr>
          <p:cNvGrpSpPr/>
          <p:nvPr/>
        </p:nvGrpSpPr>
        <p:grpSpPr>
          <a:xfrm>
            <a:off x="19370" y="2849641"/>
            <a:ext cx="870402" cy="927600"/>
            <a:chOff x="1220118" y="2343274"/>
            <a:chExt cx="2450851" cy="2450851"/>
          </a:xfrm>
          <a:solidFill>
            <a:schemeClr val="bg2">
              <a:lumMod val="25000"/>
            </a:schemeClr>
          </a:solidFill>
        </p:grpSpPr>
        <p:sp>
          <p:nvSpPr>
            <p:cNvPr id="19" name="Oval 39">
              <a:extLst>
                <a:ext uri="{FF2B5EF4-FFF2-40B4-BE49-F238E27FC236}">
                  <a16:creationId xmlns:a16="http://schemas.microsoft.com/office/drawing/2014/main" id="{E07B2672-6623-40B8-5EEA-3DF1E477AF4A}"/>
                </a:ext>
              </a:extLst>
            </p:cNvPr>
            <p:cNvSpPr/>
            <p:nvPr/>
          </p:nvSpPr>
          <p:spPr>
            <a:xfrm>
              <a:off x="1220118" y="2343274"/>
              <a:ext cx="2450851" cy="2450851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20" name="Oval 40">
              <a:extLst>
                <a:ext uri="{FF2B5EF4-FFF2-40B4-BE49-F238E27FC236}">
                  <a16:creationId xmlns:a16="http://schemas.microsoft.com/office/drawing/2014/main" id="{5D0941AB-CD86-B319-F595-AFA9EB848C31}"/>
                </a:ext>
              </a:extLst>
            </p:cNvPr>
            <p:cNvSpPr/>
            <p:nvPr/>
          </p:nvSpPr>
          <p:spPr>
            <a:xfrm>
              <a:off x="1395764" y="2518920"/>
              <a:ext cx="2099561" cy="2099561"/>
            </a:xfrm>
            <a:prstGeom prst="ellipse">
              <a:avLst/>
            </a:prstGeom>
            <a:grpFill/>
            <a:ln>
              <a:noFill/>
            </a:ln>
            <a:effectLst>
              <a:outerShdw blurRad="241300" dist="50800" dir="5400000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21" name="Oval 41">
              <a:extLst>
                <a:ext uri="{FF2B5EF4-FFF2-40B4-BE49-F238E27FC236}">
                  <a16:creationId xmlns:a16="http://schemas.microsoft.com/office/drawing/2014/main" id="{D630156B-354D-791A-06FF-EC0BA68A7C10}"/>
                </a:ext>
              </a:extLst>
            </p:cNvPr>
            <p:cNvSpPr/>
            <p:nvPr/>
          </p:nvSpPr>
          <p:spPr>
            <a:xfrm>
              <a:off x="1580469" y="2703625"/>
              <a:ext cx="1730150" cy="1730150"/>
            </a:xfrm>
            <a:prstGeom prst="ellipse">
              <a:avLst/>
            </a:prstGeom>
            <a:grpFill/>
            <a:ln>
              <a:noFill/>
            </a:ln>
            <a:effectLst>
              <a:outerShdw blurRad="406400" sx="99000" sy="99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latin typeface="微软雅黑"/>
                <a:ea typeface="微软雅黑"/>
                <a:sym typeface="微软雅黑"/>
              </a:endParaRPr>
            </a:p>
          </p:txBody>
        </p:sp>
      </p:grpSp>
      <p:sp>
        <p:nvSpPr>
          <p:cNvPr id="86" name="Rectangle 8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6968358" y="3816461"/>
            <a:ext cx="1738993" cy="5874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cs typeface="Segoe UI" panose="020B0502040204020203" pitchFamily="34" charset="0"/>
                <a:sym typeface="微软雅黑"/>
              </a:rPr>
              <a:t>丰富的游戏功能 ，让游戏不再枯燥！</a:t>
            </a:r>
            <a:endParaRPr 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cs typeface="Segoe UI" panose="020B0502040204020203" pitchFamily="34" charset="0"/>
              <a:sym typeface="微软雅黑"/>
            </a:endParaRPr>
          </a:p>
        </p:txBody>
      </p:sp>
      <p:sp>
        <p:nvSpPr>
          <p:cNvPr id="91" name="AutoShape 117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 bwMode="auto">
          <a:xfrm>
            <a:off x="6565445" y="4054089"/>
            <a:ext cx="236312" cy="177335"/>
          </a:xfrm>
          <a:custGeom>
            <a:avLst/>
            <a:gdLst>
              <a:gd name="T0" fmla="+- 0 10799 1"/>
              <a:gd name="T1" fmla="*/ T0 w 21596"/>
              <a:gd name="T2" fmla="*/ 10800 h 21600"/>
              <a:gd name="T3" fmla="+- 0 10799 1"/>
              <a:gd name="T4" fmla="*/ T3 w 21596"/>
              <a:gd name="T5" fmla="*/ 10800 h 21600"/>
              <a:gd name="T6" fmla="+- 0 10799 1"/>
              <a:gd name="T7" fmla="*/ T6 w 21596"/>
              <a:gd name="T8" fmla="*/ 10800 h 21600"/>
              <a:gd name="T9" fmla="+- 0 10799 1"/>
              <a:gd name="T10" fmla="*/ T9 w 21596"/>
              <a:gd name="T11" fmla="*/ 10800 h 21600"/>
            </a:gdLst>
            <a:ahLst/>
            <a:cxnLst>
              <a:cxn ang="0">
                <a:pos x="T1" y="T2"/>
              </a:cxn>
              <a:cxn ang="0">
                <a:pos x="T4" y="T5"/>
              </a:cxn>
              <a:cxn ang="0">
                <a:pos x="T7" y="T8"/>
              </a:cxn>
              <a:cxn ang="0">
                <a:pos x="T10" y="T11"/>
              </a:cxn>
            </a:cxnLst>
            <a:rect l="0" t="0" r="r" b="b"/>
            <a:pathLst>
              <a:path w="21596" h="21600">
                <a:moveTo>
                  <a:pt x="4511" y="2151"/>
                </a:moveTo>
                <a:lnTo>
                  <a:pt x="6064" y="3877"/>
                </a:lnTo>
                <a:lnTo>
                  <a:pt x="4246" y="6302"/>
                </a:lnTo>
                <a:lnTo>
                  <a:pt x="1353" y="6302"/>
                </a:lnTo>
                <a:cubicBezTo>
                  <a:pt x="1353" y="6302"/>
                  <a:pt x="4511" y="2151"/>
                  <a:pt x="4511" y="2151"/>
                </a:cubicBezTo>
                <a:close/>
                <a:moveTo>
                  <a:pt x="17348" y="6302"/>
                </a:moveTo>
                <a:lnTo>
                  <a:pt x="15531" y="3877"/>
                </a:lnTo>
                <a:lnTo>
                  <a:pt x="17082" y="2153"/>
                </a:lnTo>
                <a:lnTo>
                  <a:pt x="20191" y="6302"/>
                </a:lnTo>
                <a:cubicBezTo>
                  <a:pt x="20191" y="6302"/>
                  <a:pt x="17348" y="6302"/>
                  <a:pt x="17348" y="6302"/>
                </a:cubicBezTo>
                <a:close/>
                <a:moveTo>
                  <a:pt x="17264" y="7202"/>
                </a:moveTo>
                <a:lnTo>
                  <a:pt x="19663" y="7202"/>
                </a:lnTo>
                <a:lnTo>
                  <a:pt x="13021" y="16638"/>
                </a:lnTo>
                <a:cubicBezTo>
                  <a:pt x="13021" y="16638"/>
                  <a:pt x="17264" y="7202"/>
                  <a:pt x="17264" y="7202"/>
                </a:cubicBezTo>
                <a:close/>
                <a:moveTo>
                  <a:pt x="8574" y="16637"/>
                </a:moveTo>
                <a:lnTo>
                  <a:pt x="1933" y="7202"/>
                </a:lnTo>
                <a:lnTo>
                  <a:pt x="4330" y="7202"/>
                </a:lnTo>
                <a:cubicBezTo>
                  <a:pt x="4330" y="7202"/>
                  <a:pt x="8574" y="16637"/>
                  <a:pt x="8574" y="16637"/>
                </a:cubicBezTo>
                <a:close/>
                <a:moveTo>
                  <a:pt x="8429" y="7202"/>
                </a:moveTo>
                <a:lnTo>
                  <a:pt x="10084" y="18249"/>
                </a:lnTo>
                <a:lnTo>
                  <a:pt x="5117" y="7202"/>
                </a:lnTo>
                <a:cubicBezTo>
                  <a:pt x="5117" y="7202"/>
                  <a:pt x="8429" y="7202"/>
                  <a:pt x="8429" y="7202"/>
                </a:cubicBezTo>
                <a:close/>
                <a:moveTo>
                  <a:pt x="6584" y="4456"/>
                </a:moveTo>
                <a:lnTo>
                  <a:pt x="8246" y="6302"/>
                </a:lnTo>
                <a:lnTo>
                  <a:pt x="5200" y="6302"/>
                </a:lnTo>
                <a:cubicBezTo>
                  <a:pt x="5200" y="6302"/>
                  <a:pt x="6584" y="4456"/>
                  <a:pt x="6584" y="4456"/>
                </a:cubicBezTo>
                <a:close/>
                <a:moveTo>
                  <a:pt x="6543" y="3238"/>
                </a:moveTo>
                <a:lnTo>
                  <a:pt x="5250" y="1800"/>
                </a:lnTo>
                <a:lnTo>
                  <a:pt x="7621" y="1800"/>
                </a:lnTo>
                <a:cubicBezTo>
                  <a:pt x="7621" y="1800"/>
                  <a:pt x="6543" y="3238"/>
                  <a:pt x="6543" y="3238"/>
                </a:cubicBezTo>
                <a:close/>
                <a:moveTo>
                  <a:pt x="10797" y="3466"/>
                </a:moveTo>
                <a:lnTo>
                  <a:pt x="9299" y="1800"/>
                </a:lnTo>
                <a:lnTo>
                  <a:pt x="12296" y="1800"/>
                </a:lnTo>
                <a:cubicBezTo>
                  <a:pt x="12296" y="1800"/>
                  <a:pt x="10797" y="3466"/>
                  <a:pt x="10797" y="3466"/>
                </a:cubicBezTo>
                <a:close/>
                <a:moveTo>
                  <a:pt x="13974" y="1800"/>
                </a:moveTo>
                <a:lnTo>
                  <a:pt x="16345" y="1800"/>
                </a:lnTo>
                <a:lnTo>
                  <a:pt x="15052" y="3238"/>
                </a:lnTo>
                <a:cubicBezTo>
                  <a:pt x="15052" y="3238"/>
                  <a:pt x="13974" y="1800"/>
                  <a:pt x="13974" y="1800"/>
                </a:cubicBezTo>
                <a:close/>
                <a:moveTo>
                  <a:pt x="13349" y="6302"/>
                </a:moveTo>
                <a:lnTo>
                  <a:pt x="15011" y="4456"/>
                </a:lnTo>
                <a:lnTo>
                  <a:pt x="16394" y="6302"/>
                </a:lnTo>
                <a:cubicBezTo>
                  <a:pt x="16394" y="6302"/>
                  <a:pt x="13349" y="6302"/>
                  <a:pt x="13349" y="6302"/>
                </a:cubicBezTo>
                <a:close/>
                <a:moveTo>
                  <a:pt x="13166" y="7202"/>
                </a:moveTo>
                <a:lnTo>
                  <a:pt x="16478" y="7202"/>
                </a:lnTo>
                <a:lnTo>
                  <a:pt x="11511" y="18249"/>
                </a:lnTo>
                <a:cubicBezTo>
                  <a:pt x="11511" y="18249"/>
                  <a:pt x="13166" y="7202"/>
                  <a:pt x="13166" y="7202"/>
                </a:cubicBezTo>
                <a:close/>
                <a:moveTo>
                  <a:pt x="12478" y="7202"/>
                </a:moveTo>
                <a:lnTo>
                  <a:pt x="10797" y="18414"/>
                </a:lnTo>
                <a:lnTo>
                  <a:pt x="9117" y="7202"/>
                </a:lnTo>
                <a:cubicBezTo>
                  <a:pt x="9117" y="7202"/>
                  <a:pt x="12478" y="7202"/>
                  <a:pt x="12478" y="7202"/>
                </a:cubicBezTo>
                <a:close/>
                <a:moveTo>
                  <a:pt x="8773" y="5716"/>
                </a:moveTo>
                <a:lnTo>
                  <a:pt x="7064" y="3817"/>
                </a:lnTo>
                <a:lnTo>
                  <a:pt x="8426" y="2000"/>
                </a:lnTo>
                <a:lnTo>
                  <a:pt x="10270" y="4051"/>
                </a:lnTo>
                <a:cubicBezTo>
                  <a:pt x="10270" y="4051"/>
                  <a:pt x="8773" y="5716"/>
                  <a:pt x="8773" y="5716"/>
                </a:cubicBezTo>
                <a:close/>
                <a:moveTo>
                  <a:pt x="11325" y="4051"/>
                </a:moveTo>
                <a:lnTo>
                  <a:pt x="13169" y="2000"/>
                </a:lnTo>
                <a:lnTo>
                  <a:pt x="14531" y="3817"/>
                </a:lnTo>
                <a:lnTo>
                  <a:pt x="12822" y="5716"/>
                </a:lnTo>
                <a:cubicBezTo>
                  <a:pt x="12822" y="5716"/>
                  <a:pt x="11325" y="4051"/>
                  <a:pt x="11325" y="4051"/>
                </a:cubicBezTo>
                <a:close/>
                <a:moveTo>
                  <a:pt x="12296" y="6302"/>
                </a:moveTo>
                <a:lnTo>
                  <a:pt x="9299" y="6302"/>
                </a:lnTo>
                <a:lnTo>
                  <a:pt x="10797" y="4638"/>
                </a:lnTo>
                <a:cubicBezTo>
                  <a:pt x="10797" y="4638"/>
                  <a:pt x="12296" y="6302"/>
                  <a:pt x="12296" y="6302"/>
                </a:cubicBezTo>
                <a:close/>
                <a:moveTo>
                  <a:pt x="21200" y="5102"/>
                </a:moveTo>
                <a:lnTo>
                  <a:pt x="17771" y="527"/>
                </a:lnTo>
                <a:cubicBezTo>
                  <a:pt x="17518" y="189"/>
                  <a:pt x="17176" y="0"/>
                  <a:pt x="16817" y="0"/>
                </a:cubicBezTo>
                <a:lnTo>
                  <a:pt x="4779" y="0"/>
                </a:lnTo>
                <a:cubicBezTo>
                  <a:pt x="4420" y="0"/>
                  <a:pt x="4077" y="189"/>
                  <a:pt x="3824" y="527"/>
                </a:cubicBezTo>
                <a:lnTo>
                  <a:pt x="395" y="5102"/>
                </a:lnTo>
                <a:cubicBezTo>
                  <a:pt x="131" y="5455"/>
                  <a:pt x="-1" y="5921"/>
                  <a:pt x="-1" y="6387"/>
                </a:cubicBezTo>
                <a:cubicBezTo>
                  <a:pt x="1" y="6810"/>
                  <a:pt x="114" y="7233"/>
                  <a:pt x="341" y="7573"/>
                </a:cubicBezTo>
                <a:lnTo>
                  <a:pt x="9788" y="20995"/>
                </a:lnTo>
                <a:cubicBezTo>
                  <a:pt x="10045" y="21379"/>
                  <a:pt x="10412" y="21599"/>
                  <a:pt x="10797" y="21599"/>
                </a:cubicBezTo>
                <a:cubicBezTo>
                  <a:pt x="11183" y="21599"/>
                  <a:pt x="11550" y="21379"/>
                  <a:pt x="11807" y="20995"/>
                </a:cubicBezTo>
                <a:lnTo>
                  <a:pt x="21255" y="7573"/>
                </a:lnTo>
                <a:cubicBezTo>
                  <a:pt x="21485" y="7226"/>
                  <a:pt x="21598" y="6791"/>
                  <a:pt x="21595" y="6359"/>
                </a:cubicBezTo>
                <a:cubicBezTo>
                  <a:pt x="21593" y="5902"/>
                  <a:pt x="21459" y="5449"/>
                  <a:pt x="21200" y="5102"/>
                </a:cubicBezTo>
              </a:path>
            </a:pathLst>
          </a:custGeom>
          <a:solidFill>
            <a:schemeClr val="bg1"/>
          </a:solidFill>
          <a:ln>
            <a:noFill/>
          </a:ln>
          <a:effectLst/>
        </p:spPr>
        <p:txBody>
          <a:bodyPr lIns="14288" tIns="14288" rIns="14288" bIns="14288" anchor="ctr"/>
          <a:lstStyle/>
          <a:p>
            <a:pPr algn="ctr" defTabSz="171450" fontAlgn="base" hangingPunct="0">
              <a:spcBef>
                <a:spcPct val="0"/>
              </a:spcBef>
              <a:spcAft>
                <a:spcPct val="0"/>
              </a:spcAft>
            </a:pPr>
            <a:endParaRPr lang="en-US" sz="1125" dirty="0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微软雅黑"/>
              <a:ea typeface="微软雅黑"/>
              <a:sym typeface="微软雅黑"/>
            </a:endParaRPr>
          </a:p>
        </p:txBody>
      </p:sp>
      <p:sp>
        <p:nvSpPr>
          <p:cNvPr id="56" name="TextBox 5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3518277" y="4522571"/>
            <a:ext cx="25090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800" dirty="0">
                <a:solidFill>
                  <a:schemeClr val="bg1"/>
                </a:solidFill>
                <a:latin typeface="微软雅黑"/>
                <a:ea typeface="微软雅黑"/>
                <a:sym typeface="微软雅黑"/>
              </a:rPr>
              <a:t>Event Title Goes Here</a:t>
            </a:r>
          </a:p>
        </p:txBody>
      </p:sp>
      <p:sp>
        <p:nvSpPr>
          <p:cNvPr id="66" name="TextBox 6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933795" y="3135988"/>
            <a:ext cx="112940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  <a:sym typeface="微软雅黑"/>
              </a:rPr>
              <a:t>背景音乐</a:t>
            </a:r>
            <a:endParaRPr lang="en-US" sz="1800" dirty="0">
              <a:solidFill>
                <a:schemeClr val="tx1">
                  <a:lumMod val="85000"/>
                  <a:lumOff val="15000"/>
                </a:schemeClr>
              </a:solidFill>
              <a:latin typeface="微软雅黑"/>
              <a:ea typeface="微软雅黑"/>
              <a:sym typeface="微软雅黑"/>
            </a:endParaRPr>
          </a:p>
        </p:txBody>
      </p:sp>
      <p:sp>
        <p:nvSpPr>
          <p:cNvPr id="50" name="Rectangle 49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4548746" y="0"/>
            <a:ext cx="4457856" cy="3095400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762000" dist="304800" dir="2700000" algn="tl" rotWithShape="0">
              <a:prstClr val="black">
                <a:alpha val="8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latin typeface="微软雅黑"/>
              <a:ea typeface="微软雅黑"/>
              <a:sym typeface="微软雅黑"/>
            </a:endParaRPr>
          </a:p>
        </p:txBody>
      </p:sp>
      <p:grpSp>
        <p:nvGrpSpPr>
          <p:cNvPr id="39" name="Group 38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GrpSpPr/>
          <p:nvPr/>
        </p:nvGrpSpPr>
        <p:grpSpPr>
          <a:xfrm>
            <a:off x="4681732" y="36411"/>
            <a:ext cx="1578203" cy="1578203"/>
            <a:chOff x="1220118" y="2343274"/>
            <a:chExt cx="2450851" cy="2450851"/>
          </a:xfrm>
          <a:solidFill>
            <a:schemeClr val="bg2">
              <a:lumMod val="25000"/>
            </a:schemeClr>
          </a:solidFill>
        </p:grpSpPr>
        <p:sp>
          <p:nvSpPr>
            <p:cNvPr id="40" name="Oval 39"/>
            <p:cNvSpPr/>
            <p:nvPr/>
          </p:nvSpPr>
          <p:spPr>
            <a:xfrm>
              <a:off x="1220118" y="2343274"/>
              <a:ext cx="2450851" cy="2450851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1" name="Oval 40"/>
            <p:cNvSpPr/>
            <p:nvPr/>
          </p:nvSpPr>
          <p:spPr>
            <a:xfrm>
              <a:off x="1395764" y="2518920"/>
              <a:ext cx="2099561" cy="2099561"/>
            </a:xfrm>
            <a:prstGeom prst="ellipse">
              <a:avLst/>
            </a:prstGeom>
            <a:grpFill/>
            <a:ln>
              <a:noFill/>
            </a:ln>
            <a:effectLst>
              <a:outerShdw blurRad="241300" dist="50800" dir="5400000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42" name="Oval 41"/>
            <p:cNvSpPr/>
            <p:nvPr/>
          </p:nvSpPr>
          <p:spPr>
            <a:xfrm>
              <a:off x="1580469" y="2703625"/>
              <a:ext cx="1730150" cy="1730150"/>
            </a:xfrm>
            <a:prstGeom prst="ellipse">
              <a:avLst/>
            </a:prstGeom>
            <a:grpFill/>
            <a:ln>
              <a:noFill/>
            </a:ln>
            <a:effectLst>
              <a:outerShdw blurRad="406400" sx="99000" sy="99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latin typeface="微软雅黑"/>
                <a:ea typeface="微软雅黑"/>
                <a:sym typeface="微软雅黑"/>
              </a:endParaRPr>
            </a:p>
          </p:txBody>
        </p:sp>
      </p:grpSp>
      <p:sp>
        <p:nvSpPr>
          <p:cNvPr id="71" name="TextBox 7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5035632" y="520825"/>
            <a:ext cx="87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微软雅黑"/>
                <a:ea typeface="微软雅黑"/>
                <a:sym typeface="微软雅黑"/>
              </a:rPr>
              <a:t>01</a:t>
            </a:r>
          </a:p>
        </p:txBody>
      </p:sp>
      <p:sp>
        <p:nvSpPr>
          <p:cNvPr id="62" name="TextBox 61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80469" y="2986027"/>
            <a:ext cx="87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微软雅黑"/>
                <a:ea typeface="微软雅黑"/>
                <a:sym typeface="微软雅黑"/>
              </a:rPr>
              <a:t>02</a:t>
            </a:r>
          </a:p>
        </p:txBody>
      </p:sp>
      <p:sp>
        <p:nvSpPr>
          <p:cNvPr id="43" name="Rectangle 4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6397110" y="721142"/>
            <a:ext cx="3044516" cy="6331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zh-CN" altLang="en-US" sz="3200" dirty="0">
                <a:solidFill>
                  <a:schemeClr val="tx1">
                    <a:lumMod val="75000"/>
                    <a:lumOff val="25000"/>
                  </a:schemeClr>
                </a:solidFill>
                <a:latin typeface="微软雅黑"/>
                <a:ea typeface="微软雅黑"/>
                <a:cs typeface="Segoe UI" panose="020B0502040204020203" pitchFamily="34" charset="0"/>
                <a:sym typeface="微软雅黑"/>
              </a:rPr>
              <a:t>多种玩法</a:t>
            </a:r>
            <a:endParaRPr lang="en-US" sz="3200" dirty="0">
              <a:solidFill>
                <a:schemeClr val="tx1">
                  <a:lumMod val="75000"/>
                  <a:lumOff val="25000"/>
                </a:schemeClr>
              </a:solidFill>
              <a:latin typeface="微软雅黑"/>
              <a:ea typeface="微软雅黑"/>
              <a:cs typeface="Segoe UI" panose="020B0502040204020203" pitchFamily="34" charset="0"/>
              <a:sym typeface="微软雅黑"/>
            </a:endParaRPr>
          </a:p>
        </p:txBody>
      </p:sp>
      <p:cxnSp>
        <p:nvCxnSpPr>
          <p:cNvPr id="46" name="Straight Connector 4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CxnSpPr/>
          <p:nvPr/>
        </p:nvCxnSpPr>
        <p:spPr>
          <a:xfrm>
            <a:off x="5580441" y="2691403"/>
            <a:ext cx="2435134" cy="0"/>
          </a:xfrm>
          <a:prstGeom prst="line">
            <a:avLst/>
          </a:prstGeom>
          <a:ln w="15875">
            <a:solidFill>
              <a:schemeClr val="bg1">
                <a:lumMod val="85000"/>
                <a:alpha val="33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14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5314670" y="1612471"/>
            <a:ext cx="3753934" cy="10237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sym typeface="微软雅黑"/>
              </a:rPr>
              <a:t>单人模式：无尽时间，自由发挥！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sym typeface="微软雅黑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sym typeface="微软雅黑"/>
              </a:rPr>
              <a:t>双人模式：各自操作，技巧比拼！</a:t>
            </a:r>
            <a:endParaRPr lang="en-US" altLang="zh-CN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sym typeface="微软雅黑"/>
            </a:endParaRPr>
          </a:p>
          <a:p>
            <a:pPr>
              <a:lnSpc>
                <a:spcPct val="150000"/>
              </a:lnSpc>
              <a:defRPr/>
            </a:pPr>
            <a:r>
              <a:rPr lang="zh-CN" altLang="en-US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sym typeface="微软雅黑"/>
              </a:rPr>
              <a:t>限时模式：极限操作，挑战自我！</a:t>
            </a:r>
            <a:endParaRPr lang="en-US" altLang="zh-CN" sz="105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sym typeface="微软雅黑"/>
            </a:endParaRPr>
          </a:p>
        </p:txBody>
      </p:sp>
      <p:sp>
        <p:nvSpPr>
          <p:cNvPr id="37" name="TextBox 11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6501884" y="545769"/>
            <a:ext cx="1242328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tabLst>
                <a:tab pos="1078706" algn="l"/>
              </a:tabLst>
            </a:pPr>
            <a:r>
              <a:rPr lang="en-US" altLang="zh-CN" sz="900" i="1" dirty="0">
                <a:latin typeface="微软雅黑"/>
                <a:ea typeface="微软雅黑"/>
                <a:cs typeface="Lato Medium" panose="020F0502020204030203" pitchFamily="34" charset="0"/>
                <a:sym typeface="微软雅黑"/>
              </a:rPr>
              <a:t>Multiple Play Methods</a:t>
            </a:r>
            <a:endParaRPr lang="en-US" sz="900" i="1" dirty="0">
              <a:latin typeface="微软雅黑"/>
              <a:ea typeface="微软雅黑"/>
              <a:cs typeface="Lato Medium" panose="020F0502020204030203" pitchFamily="34" charset="0"/>
              <a:sym typeface="微软雅黑"/>
            </a:endParaRPr>
          </a:p>
        </p:txBody>
      </p:sp>
      <p:sp>
        <p:nvSpPr>
          <p:cNvPr id="2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微软雅黑"/>
                <a:ea typeface="微软雅黑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55" name="Rectangle 54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3207131" y="3209257"/>
            <a:ext cx="2868270" cy="1866997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  <a:alpha val="12000"/>
                </a:schemeClr>
              </a:gs>
              <a:gs pos="100000">
                <a:schemeClr val="tx1">
                  <a:lumMod val="85000"/>
                  <a:lumOff val="15000"/>
                  <a:alpha val="6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65" name="Rectangle 64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17305" y="89377"/>
            <a:ext cx="4531441" cy="2694984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85000"/>
                  <a:lumOff val="15000"/>
                  <a:alpha val="12000"/>
                </a:schemeClr>
              </a:gs>
              <a:gs pos="100000">
                <a:schemeClr val="tx1">
                  <a:lumMod val="85000"/>
                  <a:lumOff val="15000"/>
                  <a:alpha val="6200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微软雅黑"/>
              <a:ea typeface="微软雅黑"/>
              <a:sym typeface="微软雅黑"/>
            </a:endParaRPr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C6A92F2D-B4E8-7A33-8AC7-FFB97502CCB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68" y="3881180"/>
            <a:ext cx="2940153" cy="964556"/>
          </a:xfrm>
          <a:prstGeom prst="rect">
            <a:avLst/>
          </a:prstGeom>
        </p:spPr>
      </p:pic>
      <p:pic>
        <p:nvPicPr>
          <p:cNvPr id="15" name="图片 14">
            <a:extLst>
              <a:ext uri="{FF2B5EF4-FFF2-40B4-BE49-F238E27FC236}">
                <a16:creationId xmlns:a16="http://schemas.microsoft.com/office/drawing/2014/main" id="{A8F16D54-1EA7-513A-2675-463718F619D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81839" y="3248822"/>
            <a:ext cx="1684233" cy="1812002"/>
          </a:xfrm>
          <a:prstGeom prst="rect">
            <a:avLst/>
          </a:prstGeom>
        </p:spPr>
      </p:pic>
      <p:sp>
        <p:nvSpPr>
          <p:cNvPr id="17" name="文本框 16">
            <a:extLst>
              <a:ext uri="{FF2B5EF4-FFF2-40B4-BE49-F238E27FC236}">
                <a16:creationId xmlns:a16="http://schemas.microsoft.com/office/drawing/2014/main" id="{50D12A9F-0788-F282-6B01-AC55442409D8}"/>
              </a:ext>
            </a:extLst>
          </p:cNvPr>
          <p:cNvSpPr txBox="1"/>
          <p:nvPr/>
        </p:nvSpPr>
        <p:spPr>
          <a:xfrm>
            <a:off x="3410049" y="3994821"/>
            <a:ext cx="8177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8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/>
                <a:ea typeface="微软雅黑"/>
              </a:rPr>
              <a:t>玩家排行</a:t>
            </a:r>
          </a:p>
        </p:txBody>
      </p:sp>
      <p:grpSp>
        <p:nvGrpSpPr>
          <p:cNvPr id="26" name="Group 38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>
            <a:extLst>
              <a:ext uri="{FF2B5EF4-FFF2-40B4-BE49-F238E27FC236}">
                <a16:creationId xmlns:a16="http://schemas.microsoft.com/office/drawing/2014/main" id="{EEB1453B-26F0-6AA2-BE35-98DB40ACA95B}"/>
              </a:ext>
            </a:extLst>
          </p:cNvPr>
          <p:cNvGrpSpPr/>
          <p:nvPr/>
        </p:nvGrpSpPr>
        <p:grpSpPr>
          <a:xfrm>
            <a:off x="3146033" y="2837727"/>
            <a:ext cx="994142" cy="978734"/>
            <a:chOff x="1220118" y="2343274"/>
            <a:chExt cx="2450851" cy="2450851"/>
          </a:xfrm>
          <a:solidFill>
            <a:schemeClr val="bg2">
              <a:lumMod val="25000"/>
            </a:schemeClr>
          </a:solidFill>
        </p:grpSpPr>
        <p:sp>
          <p:nvSpPr>
            <p:cNvPr id="27" name="Oval 39">
              <a:extLst>
                <a:ext uri="{FF2B5EF4-FFF2-40B4-BE49-F238E27FC236}">
                  <a16:creationId xmlns:a16="http://schemas.microsoft.com/office/drawing/2014/main" id="{4A997A99-6137-4816-8DC7-722CB7C0F56D}"/>
                </a:ext>
              </a:extLst>
            </p:cNvPr>
            <p:cNvSpPr/>
            <p:nvPr/>
          </p:nvSpPr>
          <p:spPr>
            <a:xfrm>
              <a:off x="1220118" y="2343274"/>
              <a:ext cx="2450851" cy="2450851"/>
            </a:xfrm>
            <a:prstGeom prst="ellipse">
              <a:avLst/>
            </a:prstGeom>
            <a:grp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28" name="Oval 40">
              <a:extLst>
                <a:ext uri="{FF2B5EF4-FFF2-40B4-BE49-F238E27FC236}">
                  <a16:creationId xmlns:a16="http://schemas.microsoft.com/office/drawing/2014/main" id="{5E093561-74AA-B216-5041-C027F84C668D}"/>
                </a:ext>
              </a:extLst>
            </p:cNvPr>
            <p:cNvSpPr/>
            <p:nvPr/>
          </p:nvSpPr>
          <p:spPr>
            <a:xfrm>
              <a:off x="1395764" y="2518920"/>
              <a:ext cx="2099561" cy="2099561"/>
            </a:xfrm>
            <a:prstGeom prst="ellipse">
              <a:avLst/>
            </a:prstGeom>
            <a:grpFill/>
            <a:ln>
              <a:noFill/>
            </a:ln>
            <a:effectLst>
              <a:outerShdw blurRad="241300" dist="50800" dir="5400000" algn="ctr" rotWithShape="0">
                <a:srgbClr val="000000">
                  <a:alpha val="43137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29" name="Oval 41">
              <a:extLst>
                <a:ext uri="{FF2B5EF4-FFF2-40B4-BE49-F238E27FC236}">
                  <a16:creationId xmlns:a16="http://schemas.microsoft.com/office/drawing/2014/main" id="{115444FE-940D-FE9A-52BF-77C5ED654E96}"/>
                </a:ext>
              </a:extLst>
            </p:cNvPr>
            <p:cNvSpPr/>
            <p:nvPr/>
          </p:nvSpPr>
          <p:spPr>
            <a:xfrm>
              <a:off x="1580469" y="2703625"/>
              <a:ext cx="1730150" cy="1730150"/>
            </a:xfrm>
            <a:prstGeom prst="ellipse">
              <a:avLst/>
            </a:prstGeom>
            <a:grpFill/>
            <a:ln>
              <a:noFill/>
            </a:ln>
            <a:effectLst>
              <a:outerShdw blurRad="406400" sx="99000" sy="99000" algn="ctr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>
                <a:latin typeface="微软雅黑"/>
                <a:ea typeface="微软雅黑"/>
                <a:sym typeface="微软雅黑"/>
              </a:endParaRPr>
            </a:p>
          </p:txBody>
        </p:sp>
      </p:grpSp>
      <p:sp>
        <p:nvSpPr>
          <p:cNvPr id="73" name="TextBox 7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3271165" y="3003928"/>
            <a:ext cx="8704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dirty="0">
                <a:solidFill>
                  <a:schemeClr val="bg1"/>
                </a:solidFill>
                <a:latin typeface="微软雅黑"/>
                <a:ea typeface="微软雅黑"/>
                <a:sym typeface="微软雅黑"/>
              </a:rPr>
              <a:t>03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7259A59-1AD1-ED4E-9834-A83873EC78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38856" y="3848929"/>
            <a:ext cx="600107" cy="600107"/>
          </a:xfrm>
          <a:prstGeom prst="rect">
            <a:avLst/>
          </a:prstGeom>
        </p:spPr>
      </p:pic>
    </p:spTree>
  </p:cSld>
  <p:clrMapOvr>
    <a:masterClrMapping/>
  </p:clrMapOvr>
  <p:transition spd="slow" advClick="0">
    <p:wip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占位符 2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PicPr>
            <a:picLocks noGrp="1" noChangeAspect="1"/>
          </p:cNvPicPr>
          <p:nvPr>
            <p:ph type="pic" sz="quarter" idx="10"/>
          </p:nvPr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1" name="矩形 1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0" y="1"/>
            <a:ext cx="9144000" cy="5143499"/>
          </a:xfrm>
          <a:prstGeom prst="rect">
            <a:avLst/>
          </a:prstGeom>
          <a:solidFill>
            <a:srgbClr val="2D254E">
              <a:alpha val="14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050" dirty="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6" name="文本框 5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1760484" y="1790254"/>
            <a:ext cx="587055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en-US" altLang="zh-CN" sz="6600" b="1" dirty="0">
                <a:solidFill>
                  <a:schemeClr val="bg1"/>
                </a:solidFill>
                <a:latin typeface="微软雅黑"/>
                <a:ea typeface="微软雅黑"/>
                <a:sym typeface="微软雅黑"/>
              </a:rPr>
              <a:t>04 </a:t>
            </a:r>
            <a:r>
              <a:rPr lang="zh-CN" altLang="en-US" sz="6600" b="1" dirty="0">
                <a:solidFill>
                  <a:schemeClr val="bg1"/>
                </a:solidFill>
                <a:latin typeface="微软雅黑"/>
                <a:ea typeface="微软雅黑"/>
                <a:sym typeface="微软雅黑"/>
              </a:rPr>
              <a:t>总结演示</a:t>
            </a:r>
          </a:p>
        </p:txBody>
      </p:sp>
      <p:sp>
        <p:nvSpPr>
          <p:cNvPr id="5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微软雅黑"/>
                <a:ea typeface="微软雅黑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>
              <a:latin typeface="微软雅黑"/>
              <a:ea typeface="微软雅黑"/>
              <a:sym typeface="微软雅黑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" name="Group 1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GrpSpPr/>
          <p:nvPr/>
        </p:nvGrpSpPr>
        <p:grpSpPr>
          <a:xfrm>
            <a:off x="5022510" y="1084166"/>
            <a:ext cx="3813234" cy="1310799"/>
            <a:chOff x="1019175" y="2457450"/>
            <a:chExt cx="5076825" cy="1752600"/>
          </a:xfrm>
        </p:grpSpPr>
        <p:sp>
          <p:nvSpPr>
            <p:cNvPr id="34" name="Rectangle 8"/>
            <p:cNvSpPr/>
            <p:nvPr/>
          </p:nvSpPr>
          <p:spPr>
            <a:xfrm>
              <a:off x="1019175" y="2457450"/>
              <a:ext cx="5076825" cy="175260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>
              <a:outerShdw blurRad="762000" dist="254000" dir="5400000" algn="t" rotWithShape="0">
                <a:prstClr val="black">
                  <a:alpha val="3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微软雅黑"/>
                <a:ea typeface="微软雅黑"/>
                <a:sym typeface="微软雅黑"/>
              </a:endParaRPr>
            </a:p>
          </p:txBody>
        </p:sp>
        <p:sp>
          <p:nvSpPr>
            <p:cNvPr id="35" name="Rectangle 9"/>
            <p:cNvSpPr/>
            <p:nvPr/>
          </p:nvSpPr>
          <p:spPr>
            <a:xfrm>
              <a:off x="1019176" y="2457450"/>
              <a:ext cx="66674" cy="1752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1050">
                <a:latin typeface="微软雅黑"/>
                <a:ea typeface="微软雅黑"/>
                <a:sym typeface="微软雅黑"/>
              </a:endParaRPr>
            </a:p>
          </p:txBody>
        </p:sp>
      </p:grpSp>
      <p:pic>
        <p:nvPicPr>
          <p:cNvPr id="5" name="图片占位符 4"/>
          <p:cNvPicPr>
            <a:picLocks noGrp="1" noChangeAspect="1"/>
          </p:cNvPicPr>
          <p:nvPr>
            <p:ph type="pic" sz="quarter" idx="13"/>
          </p:nvPr>
        </p:nvPicPr>
        <p:blipFill>
          <a:blip r:embed="rId3"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/>
        </p:blipFill>
        <p:spPr>
          <a:xfrm>
            <a:off x="95707" y="56338"/>
            <a:ext cx="4521921" cy="5087161"/>
          </a:xfrm>
          <a:solidFill>
            <a:schemeClr val="bg2">
              <a:lumMod val="90000"/>
              <a:lumOff val="10000"/>
            </a:schemeClr>
          </a:solidFill>
          <a:effectLst>
            <a:glow rad="393700">
              <a:schemeClr val="accent3">
                <a:satMod val="175000"/>
                <a:alpha val="42000"/>
              </a:schemeClr>
            </a:glow>
            <a:softEdge rad="0"/>
          </a:effectLst>
          <a:scene3d>
            <a:camera prst="orthographicFront"/>
            <a:lightRig rig="threePt" dir="t"/>
          </a:scene3d>
          <a:sp3d extrusionH="76200">
            <a:bevelB w="139700" h="139700" prst="divot"/>
            <a:extrusionClr>
              <a:schemeClr val="accent1">
                <a:lumMod val="60000"/>
                <a:lumOff val="40000"/>
              </a:schemeClr>
            </a:extrusionClr>
          </a:sp3d>
        </p:spPr>
      </p:pic>
      <p:sp>
        <p:nvSpPr>
          <p:cNvPr id="7" name="Rectangle 6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/>
          <p:nvPr/>
        </p:nvSpPr>
        <p:spPr>
          <a:xfrm>
            <a:off x="5369073" y="1340427"/>
            <a:ext cx="3170187" cy="7571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sz="144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Open Sans Light" panose="020B0306030504020204" pitchFamily="34" charset="0"/>
                <a:sym typeface="微软雅黑"/>
              </a:rPr>
              <a:t>作业要求中提到的基础功能、拓展功能均</a:t>
            </a:r>
            <a:r>
              <a:rPr lang="zh-CN" altLang="en-US" sz="1440" dirty="0">
                <a:solidFill>
                  <a:schemeClr val="accent5">
                    <a:lumMod val="75000"/>
                  </a:schemeClr>
                </a:solidFill>
                <a:latin typeface="微软雅黑"/>
                <a:ea typeface="微软雅黑"/>
                <a:cs typeface="Open Sans Light" panose="020B0306030504020204" pitchFamily="34" charset="0"/>
                <a:sym typeface="微软雅黑"/>
              </a:rPr>
              <a:t>圆满完成，</a:t>
            </a:r>
            <a:r>
              <a:rPr lang="zh-CN" altLang="en-US" sz="1440" dirty="0">
                <a:solidFill>
                  <a:schemeClr val="tx1">
                    <a:lumMod val="65000"/>
                    <a:lumOff val="35000"/>
                  </a:schemeClr>
                </a:solidFill>
                <a:latin typeface="微软雅黑"/>
                <a:ea typeface="微软雅黑"/>
                <a:cs typeface="Open Sans Light" panose="020B0306030504020204" pitchFamily="34" charset="0"/>
                <a:sym typeface="微软雅黑"/>
              </a:rPr>
              <a:t>并新增限时模式、双人模式等丰富内容</a:t>
            </a:r>
            <a:endParaRPr lang="en-US" sz="1440" dirty="0">
              <a:solidFill>
                <a:schemeClr val="tx1">
                  <a:lumMod val="65000"/>
                  <a:lumOff val="35000"/>
                </a:schemeClr>
              </a:solidFill>
              <a:latin typeface="微软雅黑"/>
              <a:ea typeface="微软雅黑"/>
              <a:cs typeface="Open Sans Light" panose="020B0306030504020204" pitchFamily="34" charset="0"/>
              <a:sym typeface="微软雅黑"/>
            </a:endParaRPr>
          </a:p>
        </p:txBody>
      </p:sp>
      <p:sp>
        <p:nvSpPr>
          <p:cNvPr id="26" name="Text Placeholder 1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4966812" y="515697"/>
            <a:ext cx="2759869" cy="484748"/>
          </a:xfrm>
          <a:prstGeom prst="rect">
            <a:avLst/>
          </a:prstGeom>
          <a:noFill/>
        </p:spPr>
        <p:txBody>
          <a:bodyPr vert="horz" wrap="square" lIns="68580" tIns="34290" rIns="68580" bIns="3429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zh-CN" altLang="en-US" sz="3000" b="1" dirty="0">
                <a:latin typeface="微软雅黑"/>
                <a:ea typeface="微软雅黑"/>
                <a:cs typeface="Liberation Sans" panose="020B0604020202020204" pitchFamily="34" charset="0"/>
                <a:sym typeface="微软雅黑"/>
              </a:rPr>
              <a:t>项目总结</a:t>
            </a:r>
            <a:endParaRPr lang="en-US" sz="3000" b="1" dirty="0">
              <a:latin typeface="微软雅黑"/>
              <a:ea typeface="微软雅黑"/>
              <a:cs typeface="Liberation Sans" panose="020B0604020202020204" pitchFamily="34" charset="0"/>
              <a:sym typeface="微软雅黑"/>
            </a:endParaRPr>
          </a:p>
        </p:txBody>
      </p:sp>
      <p:sp>
        <p:nvSpPr>
          <p:cNvPr id="27" name="TextBox 11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/>
          <p:cNvSpPr txBox="1"/>
          <p:nvPr/>
        </p:nvSpPr>
        <p:spPr>
          <a:xfrm>
            <a:off x="4987883" y="375867"/>
            <a:ext cx="479298" cy="12695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>
              <a:tabLst>
                <a:tab pos="1078706" algn="l"/>
              </a:tabLst>
            </a:pPr>
            <a:r>
              <a:rPr lang="en-US" altLang="zh-CN" sz="825" i="1" dirty="0">
                <a:latin typeface="微软雅黑"/>
                <a:ea typeface="微软雅黑"/>
                <a:cs typeface="Lato Medium" panose="020F0502020204030203" pitchFamily="34" charset="0"/>
                <a:sym typeface="微软雅黑"/>
              </a:rPr>
              <a:t>Summary</a:t>
            </a:r>
            <a:endParaRPr lang="en-US" sz="825" i="1" dirty="0">
              <a:latin typeface="微软雅黑"/>
              <a:ea typeface="微软雅黑"/>
              <a:cs typeface="Lato Medium" panose="020F0502020204030203" pitchFamily="34" charset="0"/>
              <a:sym typeface="微软雅黑"/>
            </a:endParaRPr>
          </a:p>
        </p:txBody>
      </p:sp>
      <p:sp>
        <p:nvSpPr>
          <p:cNvPr id="37" name="e7d195523061f1c0" descr="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" hidden="1"/>
          <p:cNvSpPr txBox="1"/>
          <p:nvPr/>
        </p:nvSpPr>
        <p:spPr>
          <a:xfrm>
            <a:off x="-266700" y="1352550"/>
            <a:ext cx="362407" cy="762000"/>
          </a:xfrm>
          <a:prstGeom prst="rect">
            <a:avLst/>
          </a:prstGeom>
          <a:noFill/>
        </p:spPr>
        <p:txBody>
          <a:bodyPr vert="wordArtVert" rtlCol="0">
            <a:spAutoFit/>
          </a:bodyPr>
          <a:lstStyle/>
          <a:p>
            <a:r>
              <a:rPr lang="en-US" altLang="zh-CN" sz="100">
                <a:latin typeface="微软雅黑"/>
                <a:ea typeface="微软雅黑"/>
                <a:sym typeface="微软雅黑"/>
              </a:rPr>
              <a:t>e7d195523061f1c03a90ee8e42cb24248e56383cd534985688F9F494128731F165EE95AB4B0C0A38076AAEA07667B1565C446FC45FF01DFB0E885BCDBDF3A284F3DB14DA61DD97F0BAB2E6C668FB4931CE2A8F6A077F46D7D8387C4E3B3473A4D16C6F7579E6EA719EF7185BE19077C0B8BD266B3B9D16F2E0DF9205E2D5DA184E81FEEF685962691A871D14816CB4AA</a:t>
            </a:r>
            <a:endParaRPr lang="zh-CN" altLang="en-US" sz="100">
              <a:latin typeface="微软雅黑"/>
              <a:ea typeface="微软雅黑"/>
              <a:sym typeface="微软雅黑"/>
            </a:endParaRPr>
          </a:p>
        </p:txBody>
      </p:sp>
      <p:graphicFrame>
        <p:nvGraphicFramePr>
          <p:cNvPr id="3" name="图示 2">
            <a:extLst>
              <a:ext uri="{FF2B5EF4-FFF2-40B4-BE49-F238E27FC236}">
                <a16:creationId xmlns:a16="http://schemas.microsoft.com/office/drawing/2014/main" id="{961121BD-103D-0867-0F93-0B06AB349BA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33439313"/>
              </p:ext>
            </p:extLst>
          </p:nvPr>
        </p:nvGraphicFramePr>
        <p:xfrm>
          <a:off x="5535763" y="2655036"/>
          <a:ext cx="2190918" cy="114718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graphicFrame>
        <p:nvGraphicFramePr>
          <p:cNvPr id="10" name="图示 9">
            <a:extLst>
              <a:ext uri="{FF2B5EF4-FFF2-40B4-BE49-F238E27FC236}">
                <a16:creationId xmlns:a16="http://schemas.microsoft.com/office/drawing/2014/main" id="{FB760855-C77C-4DB6-310E-C96936A54E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15060113"/>
              </p:ext>
            </p:extLst>
          </p:nvPr>
        </p:nvGraphicFramePr>
        <p:xfrm>
          <a:off x="5535763" y="3896941"/>
          <a:ext cx="2251873" cy="84516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9" r:lo="rId10" r:qs="rId11" r:cs="rId12"/>
          </a:graphicData>
        </a:graphic>
      </p:graphicFrame>
      <p:pic>
        <p:nvPicPr>
          <p:cNvPr id="13" name="图片 12">
            <a:extLst>
              <a:ext uri="{FF2B5EF4-FFF2-40B4-BE49-F238E27FC236}">
                <a16:creationId xmlns:a16="http://schemas.microsoft.com/office/drawing/2014/main" id="{F81160E3-17FC-02E3-380A-A8DFE28440D5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8181244" y="7525"/>
            <a:ext cx="962756" cy="962756"/>
          </a:xfrm>
          <a:prstGeom prst="rect">
            <a:avLst/>
          </a:prstGeom>
        </p:spPr>
      </p:pic>
      <p:sp>
        <p:nvSpPr>
          <p:cNvPr id="14" name="Rectangle 9">
            <a:extLst>
              <a:ext uri="{FF2B5EF4-FFF2-40B4-BE49-F238E27FC236}">
                <a16:creationId xmlns:a16="http://schemas.microsoft.com/office/drawing/2014/main" id="{7C1DA63E-0354-72A7-DAAD-D14FB44C18C4}"/>
              </a:ext>
            </a:extLst>
          </p:cNvPr>
          <p:cNvSpPr/>
          <p:nvPr/>
        </p:nvSpPr>
        <p:spPr>
          <a:xfrm>
            <a:off x="2340271" y="1294708"/>
            <a:ext cx="1088729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18" name="Rectangle 9">
            <a:extLst>
              <a:ext uri="{FF2B5EF4-FFF2-40B4-BE49-F238E27FC236}">
                <a16:creationId xmlns:a16="http://schemas.microsoft.com/office/drawing/2014/main" id="{4F7F87E0-FA7B-4069-CCD8-427270C2E976}"/>
              </a:ext>
            </a:extLst>
          </p:cNvPr>
          <p:cNvSpPr/>
          <p:nvPr/>
        </p:nvSpPr>
        <p:spPr>
          <a:xfrm>
            <a:off x="2973887" y="2424751"/>
            <a:ext cx="310333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19" name="Rectangle 9">
            <a:extLst>
              <a:ext uri="{FF2B5EF4-FFF2-40B4-BE49-F238E27FC236}">
                <a16:creationId xmlns:a16="http://schemas.microsoft.com/office/drawing/2014/main" id="{764D8FDC-075A-AB25-739A-12DA1DF0839A}"/>
              </a:ext>
            </a:extLst>
          </p:cNvPr>
          <p:cNvSpPr/>
          <p:nvPr/>
        </p:nvSpPr>
        <p:spPr>
          <a:xfrm>
            <a:off x="3856651" y="2401891"/>
            <a:ext cx="310333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20" name="Rectangle 9">
            <a:extLst>
              <a:ext uri="{FF2B5EF4-FFF2-40B4-BE49-F238E27FC236}">
                <a16:creationId xmlns:a16="http://schemas.microsoft.com/office/drawing/2014/main" id="{6B2A775D-B53C-0C33-7C49-FBA423B0D2CA}"/>
              </a:ext>
            </a:extLst>
          </p:cNvPr>
          <p:cNvSpPr/>
          <p:nvPr/>
        </p:nvSpPr>
        <p:spPr>
          <a:xfrm>
            <a:off x="1336519" y="2803468"/>
            <a:ext cx="629442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21" name="Rectangle 9">
            <a:extLst>
              <a:ext uri="{FF2B5EF4-FFF2-40B4-BE49-F238E27FC236}">
                <a16:creationId xmlns:a16="http://schemas.microsoft.com/office/drawing/2014/main" id="{A1281147-E165-58F0-B971-247631697EB6}"/>
              </a:ext>
            </a:extLst>
          </p:cNvPr>
          <p:cNvSpPr/>
          <p:nvPr/>
        </p:nvSpPr>
        <p:spPr>
          <a:xfrm>
            <a:off x="633391" y="4326448"/>
            <a:ext cx="1873589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22" name="Rectangle 9">
            <a:extLst>
              <a:ext uri="{FF2B5EF4-FFF2-40B4-BE49-F238E27FC236}">
                <a16:creationId xmlns:a16="http://schemas.microsoft.com/office/drawing/2014/main" id="{E3840FFC-2F76-F5DF-BFB5-C2A64101C5FA}"/>
              </a:ext>
            </a:extLst>
          </p:cNvPr>
          <p:cNvSpPr/>
          <p:nvPr/>
        </p:nvSpPr>
        <p:spPr>
          <a:xfrm>
            <a:off x="3169662" y="4696383"/>
            <a:ext cx="1341378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微软雅黑"/>
              <a:ea typeface="微软雅黑"/>
              <a:sym typeface="微软雅黑"/>
            </a:endParaRPr>
          </a:p>
        </p:txBody>
      </p:sp>
      <p:sp>
        <p:nvSpPr>
          <p:cNvPr id="23" name="Rectangle 9">
            <a:extLst>
              <a:ext uri="{FF2B5EF4-FFF2-40B4-BE49-F238E27FC236}">
                <a16:creationId xmlns:a16="http://schemas.microsoft.com/office/drawing/2014/main" id="{E4473873-A800-8CE7-A240-344B8F4BA3D2}"/>
              </a:ext>
            </a:extLst>
          </p:cNvPr>
          <p:cNvSpPr/>
          <p:nvPr/>
        </p:nvSpPr>
        <p:spPr>
          <a:xfrm>
            <a:off x="2584689" y="5087162"/>
            <a:ext cx="584974" cy="45719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050">
              <a:latin typeface="微软雅黑"/>
              <a:ea typeface="微软雅黑"/>
              <a:sym typeface="微软雅黑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reveal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1" name="Google Shape;1191;p60"/>
          <p:cNvPicPr preferRelativeResize="0"/>
          <p:nvPr/>
        </p:nvPicPr>
        <p:blipFill>
          <a:blip r:embed="rId3" cstate="screen"/>
          <a:stretch>
            <a:fillRect/>
          </a:stretch>
        </p:blipFill>
        <p:spPr>
          <a:xfrm rot="-9218704">
            <a:off x="5052632" y="3213276"/>
            <a:ext cx="4435765" cy="2495121"/>
          </a:xfrm>
          <a:prstGeom prst="rect">
            <a:avLst/>
          </a:prstGeom>
          <a:noFill/>
          <a:ln>
            <a:noFill/>
          </a:ln>
        </p:spPr>
      </p:pic>
      <p:sp>
        <p:nvSpPr>
          <p:cNvPr id="1192" name="Google Shape;1192;p60"/>
          <p:cNvSpPr txBox="1">
            <a:spLocks noGrp="1"/>
          </p:cNvSpPr>
          <p:nvPr>
            <p:ph type="ctrTitle"/>
          </p:nvPr>
        </p:nvSpPr>
        <p:spPr>
          <a:xfrm>
            <a:off x="1560947" y="309872"/>
            <a:ext cx="5936301" cy="1905774"/>
          </a:xfrm>
          <a:prstGeom prst="rect">
            <a:avLst/>
          </a:prstGeom>
        </p:spPr>
        <p:txBody>
          <a:bodyPr spcFirstLastPara="1" wrap="none" lIns="91425" tIns="91425" rIns="91425" bIns="91425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br>
              <a:rPr lang="en-GB" dirty="0"/>
            </a:br>
            <a:r>
              <a:rPr lang="zh-CN" altLang="en-US" sz="6000" dirty="0">
                <a:solidFill>
                  <a:schemeClr val="dk2"/>
                </a:solidFill>
              </a:rPr>
              <a:t>感谢观看</a:t>
            </a:r>
            <a:endParaRPr dirty="0">
              <a:solidFill>
                <a:schemeClr val="dk2"/>
              </a:solidFill>
            </a:endParaRPr>
          </a:p>
        </p:txBody>
      </p:sp>
      <p:pic>
        <p:nvPicPr>
          <p:cNvPr id="1193" name="Google Shape;1193;p60"/>
          <p:cNvPicPr preferRelativeResize="0"/>
          <p:nvPr/>
        </p:nvPicPr>
        <p:blipFill>
          <a:blip r:embed="rId4" cstate="screen"/>
          <a:stretch>
            <a:fillRect/>
          </a:stretch>
        </p:blipFill>
        <p:spPr>
          <a:xfrm rot="6693161">
            <a:off x="6173201" y="1844436"/>
            <a:ext cx="3649358" cy="2052752"/>
          </a:xfrm>
          <a:prstGeom prst="rect">
            <a:avLst/>
          </a:prstGeom>
          <a:noFill/>
          <a:ln>
            <a:noFill/>
          </a:ln>
        </p:spPr>
      </p:pic>
      <p:sp>
        <p:nvSpPr>
          <p:cNvPr id="1194" name="Google Shape;1194;p60"/>
          <p:cNvSpPr txBox="1"/>
          <p:nvPr/>
        </p:nvSpPr>
        <p:spPr>
          <a:xfrm>
            <a:off x="3349422" y="796668"/>
            <a:ext cx="2445131" cy="60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zh-CN" sz="1600" dirty="0">
                <a:solidFill>
                  <a:srgbClr val="FFFFFF"/>
                </a:solidFill>
                <a:latin typeface="Arial" panose="020B0604020202020204" pitchFamily="34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Thanks For Watching</a:t>
            </a:r>
            <a:endParaRPr sz="1600" dirty="0">
              <a:solidFill>
                <a:srgbClr val="FFFFFF"/>
              </a:solidFill>
              <a:latin typeface="Arial" panose="020B0604020202020204" pitchFamily="34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95" name="Google Shape;1195;p60"/>
          <p:cNvSpPr txBox="1"/>
          <p:nvPr/>
        </p:nvSpPr>
        <p:spPr>
          <a:xfrm>
            <a:off x="1388602" y="3238207"/>
            <a:ext cx="3085129" cy="504900"/>
          </a:xfrm>
          <a:prstGeom prst="rect">
            <a:avLst/>
          </a:prstGeom>
          <a:noFill/>
          <a:ln>
            <a:noFill/>
          </a:ln>
          <a:effectLst>
            <a:outerShdw dist="85725" dir="4440000" algn="bl" rotWithShape="0">
              <a:srgbClr val="000000">
                <a:alpha val="57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FFFFFF"/>
                </a:solidFill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04023019</a:t>
            </a:r>
            <a:r>
              <a:rPr lang="zh-CN" altLang="en-US" sz="2800" b="1" dirty="0">
                <a:solidFill>
                  <a:srgbClr val="FFFFFF"/>
                </a:solidFill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倪宇枫</a:t>
            </a:r>
            <a:endParaRPr sz="2800" b="1" dirty="0">
              <a:solidFill>
                <a:srgbClr val="FFFFFF"/>
              </a:solidFill>
              <a:latin typeface="Hobo Std" panose="00000600000000000000" pitchFamily="50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97" name="Google Shape;1197;p60"/>
          <p:cNvSpPr txBox="1"/>
          <p:nvPr/>
        </p:nvSpPr>
        <p:spPr>
          <a:xfrm>
            <a:off x="1474687" y="3933641"/>
            <a:ext cx="2916225" cy="504900"/>
          </a:xfrm>
          <a:prstGeom prst="rect">
            <a:avLst/>
          </a:prstGeom>
          <a:noFill/>
          <a:ln>
            <a:noFill/>
          </a:ln>
          <a:effectLst>
            <a:outerShdw dist="85725" dir="4440000" algn="bl" rotWithShape="0">
              <a:srgbClr val="000000">
                <a:alpha val="57000"/>
              </a:srgbClr>
            </a:outerShdw>
          </a:effectLst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800" b="1" dirty="0">
                <a:solidFill>
                  <a:srgbClr val="FFFFFF"/>
                </a:solidFill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04023607</a:t>
            </a:r>
            <a:r>
              <a:rPr lang="zh-CN" altLang="en-US" sz="2800" b="1" dirty="0">
                <a:solidFill>
                  <a:srgbClr val="FFFFFF"/>
                </a:solidFill>
                <a:latin typeface="Hobo Std" panose="00000600000000000000" pitchFamily="50" charset="0"/>
                <a:ea typeface="Arial" panose="020B0604020202020204" pitchFamily="34" charset="0"/>
                <a:cs typeface="Arial" panose="020B0604020202020204" pitchFamily="34" charset="0"/>
                <a:sym typeface="Arial" panose="020B0604020202020204" pitchFamily="34" charset="0"/>
              </a:rPr>
              <a:t>刘艺佳</a:t>
            </a:r>
            <a:endParaRPr sz="2800" b="1" dirty="0">
              <a:solidFill>
                <a:srgbClr val="FFFFFF"/>
              </a:solidFill>
              <a:latin typeface="Hobo Std" panose="00000600000000000000" pitchFamily="50" charset="0"/>
              <a:ea typeface="Arial" panose="020B0604020202020204" pitchFamily="34" charset="0"/>
              <a:cs typeface="Arial" panose="020B0604020202020204" pitchFamily="34" charset="0"/>
              <a:sym typeface="Arial" panose="020B0604020202020204" pitchFamily="34" charset="0"/>
            </a:endParaRPr>
          </a:p>
        </p:txBody>
      </p:sp>
      <p:sp>
        <p:nvSpPr>
          <p:cNvPr id="1198" name="Google Shape;1198;p60"/>
          <p:cNvSpPr/>
          <p:nvPr/>
        </p:nvSpPr>
        <p:spPr>
          <a:xfrm>
            <a:off x="3449538" y="2358358"/>
            <a:ext cx="768600" cy="768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9" name="Google Shape;1199;p60"/>
          <p:cNvSpPr/>
          <p:nvPr/>
        </p:nvSpPr>
        <p:spPr>
          <a:xfrm>
            <a:off x="3449538" y="3607108"/>
            <a:ext cx="768600" cy="7686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200" name="Google Shape;1200;p60"/>
          <p:cNvCxnSpPr>
            <a:cxnSpLocks/>
          </p:cNvCxnSpPr>
          <p:nvPr/>
        </p:nvCxnSpPr>
        <p:spPr>
          <a:xfrm rot="10800000" flipH="1">
            <a:off x="5413506" y="2547862"/>
            <a:ext cx="1541100" cy="6459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cxnSp>
        <p:nvCxnSpPr>
          <p:cNvPr id="1201" name="Google Shape;1201;p60"/>
          <p:cNvCxnSpPr>
            <a:cxnSpLocks/>
          </p:cNvCxnSpPr>
          <p:nvPr/>
        </p:nvCxnSpPr>
        <p:spPr>
          <a:xfrm rot="10800000" flipH="1">
            <a:off x="5560798" y="3607059"/>
            <a:ext cx="1017000" cy="462300"/>
          </a:xfrm>
          <a:prstGeom prst="curvedConnector3">
            <a:avLst>
              <a:gd name="adj1" fmla="val 50000"/>
            </a:avLst>
          </a:prstGeom>
          <a:noFill/>
          <a:ln w="19050" cap="flat" cmpd="sng">
            <a:solidFill>
              <a:schemeClr val="accent2"/>
            </a:solidFill>
            <a:prstDash val="solid"/>
            <a:round/>
            <a:headEnd type="none" w="med" len="med"/>
            <a:tailEnd type="oval" w="med" len="med"/>
          </a:ln>
        </p:spPr>
      </p:cxnSp>
      <p:sp>
        <p:nvSpPr>
          <p:cNvPr id="1202" name="Google Shape;1202;p60"/>
          <p:cNvSpPr/>
          <p:nvPr/>
        </p:nvSpPr>
        <p:spPr>
          <a:xfrm rot="1548279" flipH="1">
            <a:off x="7258859" y="2052936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3" name="Google Shape;1203;p60"/>
          <p:cNvSpPr/>
          <p:nvPr/>
        </p:nvSpPr>
        <p:spPr>
          <a:xfrm rot="1548197" flipH="1">
            <a:off x="506872" y="2095250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4" name="Google Shape;1204;p60"/>
          <p:cNvSpPr/>
          <p:nvPr/>
        </p:nvSpPr>
        <p:spPr>
          <a:xfrm rot="1548279" flipH="1">
            <a:off x="1149584" y="3328171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5" name="Google Shape;1205;p60"/>
          <p:cNvSpPr/>
          <p:nvPr/>
        </p:nvSpPr>
        <p:spPr>
          <a:xfrm rot="1547762" flipH="1">
            <a:off x="6862502" y="747668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6" name="Google Shape;1206;p60"/>
          <p:cNvSpPr/>
          <p:nvPr/>
        </p:nvSpPr>
        <p:spPr>
          <a:xfrm rot="1548197" flipH="1">
            <a:off x="4176847" y="2095238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8" name="Google Shape;1208;p60"/>
          <p:cNvSpPr/>
          <p:nvPr/>
        </p:nvSpPr>
        <p:spPr>
          <a:xfrm rot="1548197" flipH="1">
            <a:off x="1372859" y="517338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9" name="Google Shape;1209;p60"/>
          <p:cNvSpPr/>
          <p:nvPr/>
        </p:nvSpPr>
        <p:spPr>
          <a:xfrm rot="1547762" flipH="1">
            <a:off x="4236611" y="4409131"/>
            <a:ext cx="280303" cy="280246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0" name="Google Shape;1210;p60"/>
          <p:cNvSpPr/>
          <p:nvPr/>
        </p:nvSpPr>
        <p:spPr>
          <a:xfrm rot="1548220" flipH="1">
            <a:off x="367381" y="434584"/>
            <a:ext cx="510062" cy="532114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211" name="Google Shape;1211;p60"/>
          <p:cNvPicPr preferRelativeResize="0"/>
          <p:nvPr/>
        </p:nvPicPr>
        <p:blipFill rotWithShape="1">
          <a:blip r:embed="rId5" cstate="screen"/>
          <a:srcRect/>
          <a:stretch>
            <a:fillRect/>
          </a:stretch>
        </p:blipFill>
        <p:spPr>
          <a:xfrm>
            <a:off x="7224088" y="350090"/>
            <a:ext cx="1117824" cy="1062372"/>
          </a:xfrm>
          <a:prstGeom prst="rect">
            <a:avLst/>
          </a:prstGeom>
          <a:noFill/>
          <a:ln>
            <a:noFill/>
          </a:ln>
        </p:spPr>
      </p:pic>
      <p:sp>
        <p:nvSpPr>
          <p:cNvPr id="1212" name="Google Shape;1212;p60"/>
          <p:cNvSpPr/>
          <p:nvPr/>
        </p:nvSpPr>
        <p:spPr>
          <a:xfrm rot="1548279" flipH="1">
            <a:off x="653984" y="2756646"/>
            <a:ext cx="389622" cy="406466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3" name="Google Shape;1213;p60"/>
          <p:cNvSpPr/>
          <p:nvPr/>
        </p:nvSpPr>
        <p:spPr>
          <a:xfrm rot="1548197" flipH="1">
            <a:off x="746959" y="3658413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4" name="Google Shape;1214;p60"/>
          <p:cNvSpPr/>
          <p:nvPr/>
        </p:nvSpPr>
        <p:spPr>
          <a:xfrm rot="1548220" flipH="1">
            <a:off x="8194491" y="4412003"/>
            <a:ext cx="510062" cy="532114"/>
          </a:xfrm>
          <a:custGeom>
            <a:avLst/>
            <a:gdLst/>
            <a:ahLst/>
            <a:cxnLst/>
            <a:rect l="l" t="t" r="r" b="b"/>
            <a:pathLst>
              <a:path w="31249" h="32600" extrusionOk="0">
                <a:moveTo>
                  <a:pt x="11454" y="1"/>
                </a:moveTo>
                <a:lnTo>
                  <a:pt x="10103" y="11278"/>
                </a:lnTo>
                <a:lnTo>
                  <a:pt x="1" y="16564"/>
                </a:lnTo>
                <a:lnTo>
                  <a:pt x="10338" y="21381"/>
                </a:lnTo>
                <a:lnTo>
                  <a:pt x="12218" y="32599"/>
                </a:lnTo>
                <a:lnTo>
                  <a:pt x="19971" y="24259"/>
                </a:lnTo>
                <a:lnTo>
                  <a:pt x="31248" y="25962"/>
                </a:lnTo>
                <a:lnTo>
                  <a:pt x="25727" y="15977"/>
                </a:lnTo>
                <a:lnTo>
                  <a:pt x="30778" y="5757"/>
                </a:lnTo>
                <a:lnTo>
                  <a:pt x="19619" y="7930"/>
                </a:lnTo>
                <a:lnTo>
                  <a:pt x="11454" y="1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5" name="Google Shape;1215;p60"/>
          <p:cNvSpPr/>
          <p:nvPr/>
        </p:nvSpPr>
        <p:spPr>
          <a:xfrm rot="1548197" flipH="1">
            <a:off x="8829108" y="3641279"/>
            <a:ext cx="203657" cy="203657"/>
          </a:xfrm>
          <a:custGeom>
            <a:avLst/>
            <a:gdLst/>
            <a:ahLst/>
            <a:cxnLst/>
            <a:rect l="l" t="t" r="r" b="b"/>
            <a:pathLst>
              <a:path w="25492" h="25492" extrusionOk="0">
                <a:moveTo>
                  <a:pt x="16270" y="0"/>
                </a:moveTo>
                <a:lnTo>
                  <a:pt x="9457" y="6990"/>
                </a:lnTo>
                <a:lnTo>
                  <a:pt x="1" y="9222"/>
                </a:lnTo>
                <a:lnTo>
                  <a:pt x="6990" y="16035"/>
                </a:lnTo>
                <a:lnTo>
                  <a:pt x="9163" y="25492"/>
                </a:lnTo>
                <a:lnTo>
                  <a:pt x="15977" y="18502"/>
                </a:lnTo>
                <a:lnTo>
                  <a:pt x="25492" y="16270"/>
                </a:lnTo>
                <a:lnTo>
                  <a:pt x="18502" y="9516"/>
                </a:lnTo>
                <a:lnTo>
                  <a:pt x="16270" y="0"/>
                </a:ln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54CEE66B-59B7-38AD-1BD7-F1D40360142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20171540">
            <a:off x="190809" y="267532"/>
            <a:ext cx="1554837" cy="1554837"/>
          </a:xfrm>
          <a:prstGeom prst="rect">
            <a:avLst/>
          </a:prstGeom>
        </p:spPr>
      </p:pic>
      <p:grpSp>
        <p:nvGrpSpPr>
          <p:cNvPr id="7" name="Google Shape;1667;p73">
            <a:extLst>
              <a:ext uri="{FF2B5EF4-FFF2-40B4-BE49-F238E27FC236}">
                <a16:creationId xmlns:a16="http://schemas.microsoft.com/office/drawing/2014/main" id="{F7E580EE-8F28-E51E-DDED-1A26BBEE6DE2}"/>
              </a:ext>
            </a:extLst>
          </p:cNvPr>
          <p:cNvGrpSpPr/>
          <p:nvPr/>
        </p:nvGrpSpPr>
        <p:grpSpPr>
          <a:xfrm>
            <a:off x="194065" y="4367070"/>
            <a:ext cx="527708" cy="504899"/>
            <a:chOff x="3663411" y="4271993"/>
            <a:chExt cx="339363" cy="339367"/>
          </a:xfrm>
        </p:grpSpPr>
        <p:sp>
          <p:nvSpPr>
            <p:cNvPr id="8" name="Google Shape;1668;p73">
              <a:extLst>
                <a:ext uri="{FF2B5EF4-FFF2-40B4-BE49-F238E27FC236}">
                  <a16:creationId xmlns:a16="http://schemas.microsoft.com/office/drawing/2014/main" id="{AF89C21C-1CD2-F601-0FA6-BDBC3A5B2B89}"/>
                </a:ext>
              </a:extLst>
            </p:cNvPr>
            <p:cNvSpPr/>
            <p:nvPr/>
          </p:nvSpPr>
          <p:spPr>
            <a:xfrm>
              <a:off x="3824525" y="4271993"/>
              <a:ext cx="109356" cy="179366"/>
            </a:xfrm>
            <a:custGeom>
              <a:avLst/>
              <a:gdLst/>
              <a:ahLst/>
              <a:cxnLst/>
              <a:rect l="l" t="t" r="r" b="b"/>
              <a:pathLst>
                <a:path w="3427" h="5621" extrusionOk="0">
                  <a:moveTo>
                    <a:pt x="1714" y="0"/>
                  </a:moveTo>
                  <a:cubicBezTo>
                    <a:pt x="768" y="0"/>
                    <a:pt x="1" y="785"/>
                    <a:pt x="1" y="1731"/>
                  </a:cubicBezTo>
                  <a:lnTo>
                    <a:pt x="1" y="5621"/>
                  </a:lnTo>
                  <a:lnTo>
                    <a:pt x="768" y="5621"/>
                  </a:lnTo>
                  <a:lnTo>
                    <a:pt x="768" y="1731"/>
                  </a:lnTo>
                  <a:cubicBezTo>
                    <a:pt x="768" y="1196"/>
                    <a:pt x="1196" y="785"/>
                    <a:pt x="1714" y="785"/>
                  </a:cubicBezTo>
                  <a:cubicBezTo>
                    <a:pt x="2231" y="785"/>
                    <a:pt x="2659" y="1196"/>
                    <a:pt x="2659" y="1731"/>
                  </a:cubicBezTo>
                  <a:cubicBezTo>
                    <a:pt x="2659" y="1945"/>
                    <a:pt x="2838" y="2106"/>
                    <a:pt x="3052" y="2106"/>
                  </a:cubicBezTo>
                  <a:cubicBezTo>
                    <a:pt x="3266" y="2106"/>
                    <a:pt x="3427" y="1945"/>
                    <a:pt x="3427" y="1731"/>
                  </a:cubicBezTo>
                  <a:cubicBezTo>
                    <a:pt x="3427" y="785"/>
                    <a:pt x="2659" y="0"/>
                    <a:pt x="1714" y="0"/>
                  </a:cubicBezTo>
                  <a:close/>
                </a:path>
              </a:pathLst>
            </a:custGeom>
            <a:solidFill>
              <a:srgbClr val="3D475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9" name="Google Shape;1669;p73">
              <a:extLst>
                <a:ext uri="{FF2B5EF4-FFF2-40B4-BE49-F238E27FC236}">
                  <a16:creationId xmlns:a16="http://schemas.microsoft.com/office/drawing/2014/main" id="{60A1580D-FBB1-D455-6FFB-4922E77914F2}"/>
                </a:ext>
              </a:extLst>
            </p:cNvPr>
            <p:cNvSpPr/>
            <p:nvPr/>
          </p:nvSpPr>
          <p:spPr>
            <a:xfrm>
              <a:off x="3794370" y="4353971"/>
              <a:ext cx="85423" cy="89986"/>
            </a:xfrm>
            <a:custGeom>
              <a:avLst/>
              <a:gdLst/>
              <a:ahLst/>
              <a:cxnLst/>
              <a:rect l="l" t="t" r="r" b="b"/>
              <a:pathLst>
                <a:path w="2677" h="2820" extrusionOk="0">
                  <a:moveTo>
                    <a:pt x="1338" y="1"/>
                  </a:moveTo>
                  <a:cubicBezTo>
                    <a:pt x="607" y="1"/>
                    <a:pt x="0" y="643"/>
                    <a:pt x="0" y="1410"/>
                  </a:cubicBezTo>
                  <a:cubicBezTo>
                    <a:pt x="0" y="2195"/>
                    <a:pt x="607" y="2820"/>
                    <a:pt x="1338" y="2820"/>
                  </a:cubicBezTo>
                  <a:cubicBezTo>
                    <a:pt x="2070" y="2820"/>
                    <a:pt x="2677" y="2195"/>
                    <a:pt x="2677" y="1410"/>
                  </a:cubicBezTo>
                  <a:cubicBezTo>
                    <a:pt x="2677" y="643"/>
                    <a:pt x="2070" y="1"/>
                    <a:pt x="1338" y="1"/>
                  </a:cubicBezTo>
                  <a:close/>
                </a:path>
              </a:pathLst>
            </a:custGeom>
            <a:solidFill>
              <a:srgbClr val="EA9A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" name="Google Shape;1670;p73">
              <a:extLst>
                <a:ext uri="{FF2B5EF4-FFF2-40B4-BE49-F238E27FC236}">
                  <a16:creationId xmlns:a16="http://schemas.microsoft.com/office/drawing/2014/main" id="{90337779-C81D-72D1-5DFC-8D92C8737905}"/>
                </a:ext>
              </a:extLst>
            </p:cNvPr>
            <p:cNvSpPr/>
            <p:nvPr/>
          </p:nvSpPr>
          <p:spPr>
            <a:xfrm>
              <a:off x="3663411" y="4399539"/>
              <a:ext cx="339363" cy="211819"/>
            </a:xfrm>
            <a:custGeom>
              <a:avLst/>
              <a:gdLst/>
              <a:ahLst/>
              <a:cxnLst/>
              <a:rect l="l" t="t" r="r" b="b"/>
              <a:pathLst>
                <a:path w="10635" h="6638" extrusionOk="0">
                  <a:moveTo>
                    <a:pt x="2338" y="0"/>
                  </a:moveTo>
                  <a:cubicBezTo>
                    <a:pt x="1053" y="0"/>
                    <a:pt x="0" y="1053"/>
                    <a:pt x="0" y="2355"/>
                  </a:cubicBezTo>
                  <a:cubicBezTo>
                    <a:pt x="0" y="3640"/>
                    <a:pt x="1053" y="6638"/>
                    <a:pt x="2338" y="6638"/>
                  </a:cubicBezTo>
                  <a:cubicBezTo>
                    <a:pt x="2909" y="6638"/>
                    <a:pt x="3426" y="6084"/>
                    <a:pt x="3819" y="5335"/>
                  </a:cubicBezTo>
                  <a:cubicBezTo>
                    <a:pt x="4122" y="4800"/>
                    <a:pt x="4675" y="4461"/>
                    <a:pt x="5335" y="4461"/>
                  </a:cubicBezTo>
                  <a:cubicBezTo>
                    <a:pt x="5995" y="4461"/>
                    <a:pt x="6531" y="4800"/>
                    <a:pt x="6816" y="5335"/>
                  </a:cubicBezTo>
                  <a:cubicBezTo>
                    <a:pt x="7227" y="6084"/>
                    <a:pt x="7744" y="6638"/>
                    <a:pt x="8297" y="6638"/>
                  </a:cubicBezTo>
                  <a:cubicBezTo>
                    <a:pt x="9600" y="6638"/>
                    <a:pt x="10635" y="3640"/>
                    <a:pt x="10635" y="2355"/>
                  </a:cubicBezTo>
                  <a:cubicBezTo>
                    <a:pt x="10635" y="1053"/>
                    <a:pt x="9600" y="0"/>
                    <a:pt x="8297" y="0"/>
                  </a:cubicBezTo>
                  <a:close/>
                </a:path>
              </a:pathLst>
            </a:custGeom>
            <a:solidFill>
              <a:srgbClr val="8697A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1" name="Google Shape;1671;p73">
              <a:extLst>
                <a:ext uri="{FF2B5EF4-FFF2-40B4-BE49-F238E27FC236}">
                  <a16:creationId xmlns:a16="http://schemas.microsoft.com/office/drawing/2014/main" id="{1DC203D6-642A-0FDE-6D1A-588772DCFFDD}"/>
                </a:ext>
              </a:extLst>
            </p:cNvPr>
            <p:cNvSpPr/>
            <p:nvPr/>
          </p:nvSpPr>
          <p:spPr>
            <a:xfrm>
              <a:off x="3663411" y="4399539"/>
              <a:ext cx="110472" cy="211819"/>
            </a:xfrm>
            <a:custGeom>
              <a:avLst/>
              <a:gdLst/>
              <a:ahLst/>
              <a:cxnLst/>
              <a:rect l="l" t="t" r="r" b="b"/>
              <a:pathLst>
                <a:path w="3462" h="6638" extrusionOk="0">
                  <a:moveTo>
                    <a:pt x="2356" y="0"/>
                  </a:moveTo>
                  <a:cubicBezTo>
                    <a:pt x="1053" y="0"/>
                    <a:pt x="0" y="1053"/>
                    <a:pt x="0" y="2355"/>
                  </a:cubicBezTo>
                  <a:cubicBezTo>
                    <a:pt x="0" y="3640"/>
                    <a:pt x="1053" y="6638"/>
                    <a:pt x="2356" y="6638"/>
                  </a:cubicBezTo>
                  <a:cubicBezTo>
                    <a:pt x="2534" y="6638"/>
                    <a:pt x="2712" y="6584"/>
                    <a:pt x="2873" y="6477"/>
                  </a:cubicBezTo>
                  <a:cubicBezTo>
                    <a:pt x="2695" y="6227"/>
                    <a:pt x="2588" y="5977"/>
                    <a:pt x="2534" y="5763"/>
                  </a:cubicBezTo>
                  <a:cubicBezTo>
                    <a:pt x="2463" y="5496"/>
                    <a:pt x="2463" y="5228"/>
                    <a:pt x="2516" y="4960"/>
                  </a:cubicBezTo>
                  <a:cubicBezTo>
                    <a:pt x="2748" y="3997"/>
                    <a:pt x="2498" y="2962"/>
                    <a:pt x="2409" y="1820"/>
                  </a:cubicBezTo>
                  <a:cubicBezTo>
                    <a:pt x="2302" y="714"/>
                    <a:pt x="3283" y="107"/>
                    <a:pt x="3462" y="0"/>
                  </a:cubicBezTo>
                  <a:close/>
                </a:path>
              </a:pathLst>
            </a:custGeom>
            <a:solidFill>
              <a:srgbClr val="6B7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2" name="Google Shape;1672;p73">
              <a:extLst>
                <a:ext uri="{FF2B5EF4-FFF2-40B4-BE49-F238E27FC236}">
                  <a16:creationId xmlns:a16="http://schemas.microsoft.com/office/drawing/2014/main" id="{27CE0B5F-A870-A7FD-4E6E-19004507BC4D}"/>
                </a:ext>
              </a:extLst>
            </p:cNvPr>
            <p:cNvSpPr/>
            <p:nvPr/>
          </p:nvSpPr>
          <p:spPr>
            <a:xfrm>
              <a:off x="3913362" y="4438821"/>
              <a:ext cx="29070" cy="28496"/>
            </a:xfrm>
            <a:custGeom>
              <a:avLst/>
              <a:gdLst/>
              <a:ahLst/>
              <a:cxnLst/>
              <a:rect l="l" t="t" r="r" b="b"/>
              <a:pathLst>
                <a:path w="911" h="893" extrusionOk="0">
                  <a:moveTo>
                    <a:pt x="464" y="0"/>
                  </a:moveTo>
                  <a:cubicBezTo>
                    <a:pt x="214" y="0"/>
                    <a:pt x="0" y="197"/>
                    <a:pt x="0" y="446"/>
                  </a:cubicBezTo>
                  <a:cubicBezTo>
                    <a:pt x="0" y="696"/>
                    <a:pt x="214" y="892"/>
                    <a:pt x="464" y="892"/>
                  </a:cubicBezTo>
                  <a:cubicBezTo>
                    <a:pt x="696" y="892"/>
                    <a:pt x="910" y="696"/>
                    <a:pt x="910" y="446"/>
                  </a:cubicBezTo>
                  <a:cubicBezTo>
                    <a:pt x="910" y="197"/>
                    <a:pt x="696" y="0"/>
                    <a:pt x="464" y="0"/>
                  </a:cubicBezTo>
                  <a:close/>
                </a:path>
              </a:pathLst>
            </a:custGeom>
            <a:solidFill>
              <a:srgbClr val="EB4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673;p73">
              <a:extLst>
                <a:ext uri="{FF2B5EF4-FFF2-40B4-BE49-F238E27FC236}">
                  <a16:creationId xmlns:a16="http://schemas.microsoft.com/office/drawing/2014/main" id="{A4715E51-BD23-0B5D-26CB-4D91C52A9D09}"/>
                </a:ext>
              </a:extLst>
            </p:cNvPr>
            <p:cNvSpPr/>
            <p:nvPr/>
          </p:nvSpPr>
          <p:spPr>
            <a:xfrm>
              <a:off x="3913362" y="4499164"/>
              <a:ext cx="29070" cy="29070"/>
            </a:xfrm>
            <a:custGeom>
              <a:avLst/>
              <a:gdLst/>
              <a:ahLst/>
              <a:cxnLst/>
              <a:rect l="l" t="t" r="r" b="b"/>
              <a:pathLst>
                <a:path w="911" h="911" extrusionOk="0">
                  <a:moveTo>
                    <a:pt x="464" y="1"/>
                  </a:moveTo>
                  <a:cubicBezTo>
                    <a:pt x="214" y="1"/>
                    <a:pt x="0" y="215"/>
                    <a:pt x="0" y="465"/>
                  </a:cubicBezTo>
                  <a:cubicBezTo>
                    <a:pt x="0" y="696"/>
                    <a:pt x="214" y="911"/>
                    <a:pt x="464" y="911"/>
                  </a:cubicBezTo>
                  <a:cubicBezTo>
                    <a:pt x="696" y="911"/>
                    <a:pt x="910" y="696"/>
                    <a:pt x="910" y="465"/>
                  </a:cubicBezTo>
                  <a:cubicBezTo>
                    <a:pt x="910" y="215"/>
                    <a:pt x="696" y="1"/>
                    <a:pt x="464" y="1"/>
                  </a:cubicBezTo>
                  <a:close/>
                </a:path>
              </a:pathLst>
            </a:custGeom>
            <a:solidFill>
              <a:srgbClr val="EB4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4" name="Google Shape;1674;p73">
              <a:extLst>
                <a:ext uri="{FF2B5EF4-FFF2-40B4-BE49-F238E27FC236}">
                  <a16:creationId xmlns:a16="http://schemas.microsoft.com/office/drawing/2014/main" id="{AD56327E-3946-062E-0D65-D7AE5DBA9372}"/>
                </a:ext>
              </a:extLst>
            </p:cNvPr>
            <p:cNvSpPr/>
            <p:nvPr/>
          </p:nvSpPr>
          <p:spPr>
            <a:xfrm>
              <a:off x="3883175" y="4468976"/>
              <a:ext cx="29070" cy="29070"/>
            </a:xfrm>
            <a:custGeom>
              <a:avLst/>
              <a:gdLst/>
              <a:ahLst/>
              <a:cxnLst/>
              <a:rect l="l" t="t" r="r" b="b"/>
              <a:pathLst>
                <a:path w="911" h="911" extrusionOk="0">
                  <a:moveTo>
                    <a:pt x="447" y="1"/>
                  </a:moveTo>
                  <a:cubicBezTo>
                    <a:pt x="215" y="1"/>
                    <a:pt x="1" y="215"/>
                    <a:pt x="1" y="447"/>
                  </a:cubicBezTo>
                  <a:cubicBezTo>
                    <a:pt x="1" y="697"/>
                    <a:pt x="215" y="911"/>
                    <a:pt x="447" y="911"/>
                  </a:cubicBezTo>
                  <a:cubicBezTo>
                    <a:pt x="696" y="911"/>
                    <a:pt x="911" y="697"/>
                    <a:pt x="911" y="447"/>
                  </a:cubicBezTo>
                  <a:cubicBezTo>
                    <a:pt x="911" y="215"/>
                    <a:pt x="696" y="1"/>
                    <a:pt x="447" y="1"/>
                  </a:cubicBezTo>
                  <a:close/>
                </a:path>
              </a:pathLst>
            </a:custGeom>
            <a:solidFill>
              <a:srgbClr val="EA9A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" name="Google Shape;1675;p73">
              <a:extLst>
                <a:ext uri="{FF2B5EF4-FFF2-40B4-BE49-F238E27FC236}">
                  <a16:creationId xmlns:a16="http://schemas.microsoft.com/office/drawing/2014/main" id="{CE862B55-9A42-E353-D736-FB113BA27936}"/>
                </a:ext>
              </a:extLst>
            </p:cNvPr>
            <p:cNvSpPr/>
            <p:nvPr/>
          </p:nvSpPr>
          <p:spPr>
            <a:xfrm>
              <a:off x="3943517" y="4468976"/>
              <a:ext cx="29070" cy="29070"/>
            </a:xfrm>
            <a:custGeom>
              <a:avLst/>
              <a:gdLst/>
              <a:ahLst/>
              <a:cxnLst/>
              <a:rect l="l" t="t" r="r" b="b"/>
              <a:pathLst>
                <a:path w="911" h="911" extrusionOk="0">
                  <a:moveTo>
                    <a:pt x="465" y="1"/>
                  </a:moveTo>
                  <a:cubicBezTo>
                    <a:pt x="215" y="1"/>
                    <a:pt x="1" y="215"/>
                    <a:pt x="1" y="447"/>
                  </a:cubicBezTo>
                  <a:cubicBezTo>
                    <a:pt x="1" y="697"/>
                    <a:pt x="215" y="911"/>
                    <a:pt x="465" y="911"/>
                  </a:cubicBezTo>
                  <a:cubicBezTo>
                    <a:pt x="697" y="911"/>
                    <a:pt x="911" y="697"/>
                    <a:pt x="911" y="447"/>
                  </a:cubicBezTo>
                  <a:cubicBezTo>
                    <a:pt x="911" y="215"/>
                    <a:pt x="697" y="1"/>
                    <a:pt x="465" y="1"/>
                  </a:cubicBezTo>
                  <a:close/>
                </a:path>
              </a:pathLst>
            </a:custGeom>
            <a:solidFill>
              <a:srgbClr val="EA9A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76;p73">
              <a:extLst>
                <a:ext uri="{FF2B5EF4-FFF2-40B4-BE49-F238E27FC236}">
                  <a16:creationId xmlns:a16="http://schemas.microsoft.com/office/drawing/2014/main" id="{5E8A618F-9CF7-AF87-A4E6-CC65DFE30ED9}"/>
                </a:ext>
              </a:extLst>
            </p:cNvPr>
            <p:cNvSpPr/>
            <p:nvPr/>
          </p:nvSpPr>
          <p:spPr>
            <a:xfrm>
              <a:off x="3694140" y="4434258"/>
              <a:ext cx="98538" cy="98538"/>
            </a:xfrm>
            <a:custGeom>
              <a:avLst/>
              <a:gdLst/>
              <a:ahLst/>
              <a:cxnLst/>
              <a:rect l="l" t="t" r="r" b="b"/>
              <a:pathLst>
                <a:path w="3088" h="3088" extrusionOk="0">
                  <a:moveTo>
                    <a:pt x="1553" y="1"/>
                  </a:moveTo>
                  <a:cubicBezTo>
                    <a:pt x="1321" y="1"/>
                    <a:pt x="1143" y="179"/>
                    <a:pt x="1143" y="411"/>
                  </a:cubicBezTo>
                  <a:lnTo>
                    <a:pt x="1143" y="928"/>
                  </a:lnTo>
                  <a:cubicBezTo>
                    <a:pt x="1143" y="1053"/>
                    <a:pt x="1036" y="1142"/>
                    <a:pt x="929" y="1142"/>
                  </a:cubicBezTo>
                  <a:lnTo>
                    <a:pt x="393" y="1142"/>
                  </a:lnTo>
                  <a:cubicBezTo>
                    <a:pt x="179" y="1142"/>
                    <a:pt x="1" y="1321"/>
                    <a:pt x="1" y="1535"/>
                  </a:cubicBezTo>
                  <a:cubicBezTo>
                    <a:pt x="1" y="1767"/>
                    <a:pt x="179" y="1945"/>
                    <a:pt x="393" y="1945"/>
                  </a:cubicBezTo>
                  <a:lnTo>
                    <a:pt x="929" y="1945"/>
                  </a:lnTo>
                  <a:cubicBezTo>
                    <a:pt x="1036" y="1945"/>
                    <a:pt x="1143" y="2052"/>
                    <a:pt x="1143" y="2160"/>
                  </a:cubicBezTo>
                  <a:lnTo>
                    <a:pt x="1143" y="2677"/>
                  </a:lnTo>
                  <a:cubicBezTo>
                    <a:pt x="1143" y="2891"/>
                    <a:pt x="1303" y="3069"/>
                    <a:pt x="1535" y="3087"/>
                  </a:cubicBezTo>
                  <a:cubicBezTo>
                    <a:pt x="1767" y="3087"/>
                    <a:pt x="1946" y="2909"/>
                    <a:pt x="1946" y="2677"/>
                  </a:cubicBezTo>
                  <a:lnTo>
                    <a:pt x="1946" y="2160"/>
                  </a:lnTo>
                  <a:cubicBezTo>
                    <a:pt x="1946" y="2035"/>
                    <a:pt x="2035" y="1945"/>
                    <a:pt x="2160" y="1945"/>
                  </a:cubicBezTo>
                  <a:lnTo>
                    <a:pt x="2677" y="1945"/>
                  </a:lnTo>
                  <a:cubicBezTo>
                    <a:pt x="2909" y="1945"/>
                    <a:pt x="3088" y="1767"/>
                    <a:pt x="3088" y="1535"/>
                  </a:cubicBezTo>
                  <a:cubicBezTo>
                    <a:pt x="3088" y="1321"/>
                    <a:pt x="2909" y="1142"/>
                    <a:pt x="2677" y="1142"/>
                  </a:cubicBezTo>
                  <a:lnTo>
                    <a:pt x="2160" y="1142"/>
                  </a:lnTo>
                  <a:cubicBezTo>
                    <a:pt x="2035" y="1142"/>
                    <a:pt x="1946" y="1035"/>
                    <a:pt x="1946" y="928"/>
                  </a:cubicBezTo>
                  <a:lnTo>
                    <a:pt x="1946" y="411"/>
                  </a:lnTo>
                  <a:cubicBezTo>
                    <a:pt x="1946" y="197"/>
                    <a:pt x="1785" y="18"/>
                    <a:pt x="1553" y="1"/>
                  </a:cubicBezTo>
                  <a:close/>
                </a:path>
              </a:pathLst>
            </a:custGeom>
            <a:solidFill>
              <a:srgbClr val="60C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677;p73">
              <a:extLst>
                <a:ext uri="{FF2B5EF4-FFF2-40B4-BE49-F238E27FC236}">
                  <a16:creationId xmlns:a16="http://schemas.microsoft.com/office/drawing/2014/main" id="{DE901D69-AFD5-56D7-3845-114AF05D6DA2}"/>
                </a:ext>
              </a:extLst>
            </p:cNvPr>
            <p:cNvSpPr/>
            <p:nvPr/>
          </p:nvSpPr>
          <p:spPr>
            <a:xfrm>
              <a:off x="3818845" y="4449639"/>
              <a:ext cx="29070" cy="22784"/>
            </a:xfrm>
            <a:custGeom>
              <a:avLst/>
              <a:gdLst/>
              <a:ahLst/>
              <a:cxnLst/>
              <a:rect l="l" t="t" r="r" b="b"/>
              <a:pathLst>
                <a:path w="911" h="714" extrusionOk="0">
                  <a:moveTo>
                    <a:pt x="357" y="0"/>
                  </a:moveTo>
                  <a:cubicBezTo>
                    <a:pt x="161" y="0"/>
                    <a:pt x="0" y="161"/>
                    <a:pt x="0" y="357"/>
                  </a:cubicBezTo>
                  <a:cubicBezTo>
                    <a:pt x="0" y="553"/>
                    <a:pt x="161" y="714"/>
                    <a:pt x="357" y="714"/>
                  </a:cubicBezTo>
                  <a:lnTo>
                    <a:pt x="536" y="714"/>
                  </a:lnTo>
                  <a:cubicBezTo>
                    <a:pt x="750" y="714"/>
                    <a:pt x="910" y="553"/>
                    <a:pt x="910" y="357"/>
                  </a:cubicBezTo>
                  <a:cubicBezTo>
                    <a:pt x="910" y="161"/>
                    <a:pt x="750" y="0"/>
                    <a:pt x="5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" name="Google Shape;1678;p73">
              <a:extLst>
                <a:ext uri="{FF2B5EF4-FFF2-40B4-BE49-F238E27FC236}">
                  <a16:creationId xmlns:a16="http://schemas.microsoft.com/office/drawing/2014/main" id="{949FD86B-C26F-6816-5E54-CFD4F6A98328}"/>
                </a:ext>
              </a:extLst>
            </p:cNvPr>
            <p:cNvSpPr/>
            <p:nvPr/>
          </p:nvSpPr>
          <p:spPr>
            <a:xfrm>
              <a:off x="3818845" y="4490612"/>
              <a:ext cx="29070" cy="22816"/>
            </a:xfrm>
            <a:custGeom>
              <a:avLst/>
              <a:gdLst/>
              <a:ahLst/>
              <a:cxnLst/>
              <a:rect l="l" t="t" r="r" b="b"/>
              <a:pathLst>
                <a:path w="911" h="715" extrusionOk="0">
                  <a:moveTo>
                    <a:pt x="357" y="1"/>
                  </a:moveTo>
                  <a:cubicBezTo>
                    <a:pt x="161" y="1"/>
                    <a:pt x="0" y="162"/>
                    <a:pt x="0" y="358"/>
                  </a:cubicBezTo>
                  <a:cubicBezTo>
                    <a:pt x="0" y="554"/>
                    <a:pt x="161" y="715"/>
                    <a:pt x="357" y="715"/>
                  </a:cubicBezTo>
                  <a:lnTo>
                    <a:pt x="536" y="715"/>
                  </a:lnTo>
                  <a:cubicBezTo>
                    <a:pt x="750" y="715"/>
                    <a:pt x="910" y="554"/>
                    <a:pt x="910" y="358"/>
                  </a:cubicBezTo>
                  <a:cubicBezTo>
                    <a:pt x="910" y="162"/>
                    <a:pt x="750" y="1"/>
                    <a:pt x="5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" name="Google Shape;1679;p73">
              <a:extLst>
                <a:ext uri="{FF2B5EF4-FFF2-40B4-BE49-F238E27FC236}">
                  <a16:creationId xmlns:a16="http://schemas.microsoft.com/office/drawing/2014/main" id="{7F350119-BBC1-6098-2E86-E64BEAD50BE1}"/>
                </a:ext>
              </a:extLst>
            </p:cNvPr>
            <p:cNvSpPr/>
            <p:nvPr/>
          </p:nvSpPr>
          <p:spPr>
            <a:xfrm>
              <a:off x="3673654" y="4528202"/>
              <a:ext cx="132682" cy="83157"/>
            </a:xfrm>
            <a:custGeom>
              <a:avLst/>
              <a:gdLst/>
              <a:ahLst/>
              <a:cxnLst/>
              <a:rect l="l" t="t" r="r" b="b"/>
              <a:pathLst>
                <a:path w="4158" h="2606" extrusionOk="0">
                  <a:moveTo>
                    <a:pt x="4158" y="643"/>
                  </a:moveTo>
                  <a:cubicBezTo>
                    <a:pt x="4153" y="645"/>
                    <a:pt x="4149" y="648"/>
                    <a:pt x="4144" y="650"/>
                  </a:cubicBezTo>
                  <a:lnTo>
                    <a:pt x="4144" y="650"/>
                  </a:lnTo>
                  <a:cubicBezTo>
                    <a:pt x="4153" y="646"/>
                    <a:pt x="4158" y="643"/>
                    <a:pt x="4158" y="643"/>
                  </a:cubicBezTo>
                  <a:close/>
                  <a:moveTo>
                    <a:pt x="0" y="1"/>
                  </a:moveTo>
                  <a:cubicBezTo>
                    <a:pt x="411" y="1267"/>
                    <a:pt x="1160" y="2606"/>
                    <a:pt x="2017" y="2606"/>
                  </a:cubicBezTo>
                  <a:cubicBezTo>
                    <a:pt x="2588" y="2606"/>
                    <a:pt x="3105" y="2052"/>
                    <a:pt x="3498" y="1303"/>
                  </a:cubicBezTo>
                  <a:cubicBezTo>
                    <a:pt x="3655" y="1022"/>
                    <a:pt x="3882" y="794"/>
                    <a:pt x="4144" y="650"/>
                  </a:cubicBezTo>
                  <a:lnTo>
                    <a:pt x="4144" y="650"/>
                  </a:lnTo>
                  <a:cubicBezTo>
                    <a:pt x="4029" y="711"/>
                    <a:pt x="3201" y="1132"/>
                    <a:pt x="2196" y="1132"/>
                  </a:cubicBezTo>
                  <a:cubicBezTo>
                    <a:pt x="1987" y="1132"/>
                    <a:pt x="1772" y="1114"/>
                    <a:pt x="1553" y="1071"/>
                  </a:cubicBezTo>
                  <a:cubicBezTo>
                    <a:pt x="375" y="82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6B7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1680;p73">
              <a:extLst>
                <a:ext uri="{FF2B5EF4-FFF2-40B4-BE49-F238E27FC236}">
                  <a16:creationId xmlns:a16="http://schemas.microsoft.com/office/drawing/2014/main" id="{5CB82CC2-5880-8A4B-C493-F6DA97862976}"/>
                </a:ext>
              </a:extLst>
            </p:cNvPr>
            <p:cNvSpPr/>
            <p:nvPr/>
          </p:nvSpPr>
          <p:spPr>
            <a:xfrm>
              <a:off x="3860966" y="4528202"/>
              <a:ext cx="132139" cy="83157"/>
            </a:xfrm>
            <a:custGeom>
              <a:avLst/>
              <a:gdLst/>
              <a:ahLst/>
              <a:cxnLst/>
              <a:rect l="l" t="t" r="r" b="b"/>
              <a:pathLst>
                <a:path w="4141" h="2606" extrusionOk="0">
                  <a:moveTo>
                    <a:pt x="4140" y="1"/>
                  </a:moveTo>
                  <a:cubicBezTo>
                    <a:pt x="4140" y="1"/>
                    <a:pt x="3747" y="821"/>
                    <a:pt x="2588" y="1071"/>
                  </a:cubicBezTo>
                  <a:cubicBezTo>
                    <a:pt x="2369" y="1114"/>
                    <a:pt x="2154" y="1132"/>
                    <a:pt x="1946" y="1132"/>
                  </a:cubicBezTo>
                  <a:cubicBezTo>
                    <a:pt x="867" y="1132"/>
                    <a:pt x="1" y="643"/>
                    <a:pt x="1" y="643"/>
                  </a:cubicBezTo>
                  <a:lnTo>
                    <a:pt x="1" y="643"/>
                  </a:lnTo>
                  <a:cubicBezTo>
                    <a:pt x="268" y="803"/>
                    <a:pt x="482" y="1018"/>
                    <a:pt x="625" y="1303"/>
                  </a:cubicBezTo>
                  <a:cubicBezTo>
                    <a:pt x="1036" y="2052"/>
                    <a:pt x="1553" y="2606"/>
                    <a:pt x="2106" y="2606"/>
                  </a:cubicBezTo>
                  <a:cubicBezTo>
                    <a:pt x="2963" y="2606"/>
                    <a:pt x="3730" y="1267"/>
                    <a:pt x="4140" y="1"/>
                  </a:cubicBezTo>
                  <a:close/>
                </a:path>
              </a:pathLst>
            </a:custGeom>
            <a:solidFill>
              <a:srgbClr val="6B7D8E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" name="Google Shape;1681;p73">
              <a:extLst>
                <a:ext uri="{FF2B5EF4-FFF2-40B4-BE49-F238E27FC236}">
                  <a16:creationId xmlns:a16="http://schemas.microsoft.com/office/drawing/2014/main" id="{02DA171B-236B-A59A-CB75-CA923E3CE4FC}"/>
                </a:ext>
              </a:extLst>
            </p:cNvPr>
            <p:cNvSpPr/>
            <p:nvPr/>
          </p:nvSpPr>
          <p:spPr>
            <a:xfrm>
              <a:off x="3673654" y="4528202"/>
              <a:ext cx="81434" cy="83157"/>
            </a:xfrm>
            <a:custGeom>
              <a:avLst/>
              <a:gdLst/>
              <a:ahLst/>
              <a:cxnLst/>
              <a:rect l="l" t="t" r="r" b="b"/>
              <a:pathLst>
                <a:path w="2552" h="2606" extrusionOk="0">
                  <a:moveTo>
                    <a:pt x="0" y="1"/>
                  </a:moveTo>
                  <a:cubicBezTo>
                    <a:pt x="411" y="1267"/>
                    <a:pt x="1160" y="2606"/>
                    <a:pt x="2017" y="2606"/>
                  </a:cubicBezTo>
                  <a:cubicBezTo>
                    <a:pt x="2213" y="2606"/>
                    <a:pt x="2391" y="2552"/>
                    <a:pt x="2552" y="2445"/>
                  </a:cubicBezTo>
                  <a:cubicBezTo>
                    <a:pt x="2374" y="2195"/>
                    <a:pt x="2267" y="1945"/>
                    <a:pt x="2213" y="1731"/>
                  </a:cubicBezTo>
                  <a:cubicBezTo>
                    <a:pt x="2159" y="1535"/>
                    <a:pt x="2142" y="1339"/>
                    <a:pt x="2159" y="1125"/>
                  </a:cubicBezTo>
                  <a:cubicBezTo>
                    <a:pt x="1963" y="1125"/>
                    <a:pt x="1749" y="1107"/>
                    <a:pt x="1553" y="1071"/>
                  </a:cubicBezTo>
                  <a:cubicBezTo>
                    <a:pt x="375" y="821"/>
                    <a:pt x="1" y="1"/>
                    <a:pt x="0" y="1"/>
                  </a:cubicBezTo>
                  <a:close/>
                </a:path>
              </a:pathLst>
            </a:custGeom>
            <a:solidFill>
              <a:srgbClr val="54637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" name="Google Shape;1935;p73">
            <a:extLst>
              <a:ext uri="{FF2B5EF4-FFF2-40B4-BE49-F238E27FC236}">
                <a16:creationId xmlns:a16="http://schemas.microsoft.com/office/drawing/2014/main" id="{8F4B82EB-B4A7-F8D8-B4C9-E4B55EAFC1C5}"/>
              </a:ext>
            </a:extLst>
          </p:cNvPr>
          <p:cNvGrpSpPr/>
          <p:nvPr/>
        </p:nvGrpSpPr>
        <p:grpSpPr>
          <a:xfrm>
            <a:off x="1845708" y="309872"/>
            <a:ext cx="635802" cy="491563"/>
            <a:chOff x="1078439" y="3769816"/>
            <a:chExt cx="349063" cy="252249"/>
          </a:xfrm>
        </p:grpSpPr>
        <p:sp>
          <p:nvSpPr>
            <p:cNvPr id="23" name="Google Shape;1936;p73">
              <a:extLst>
                <a:ext uri="{FF2B5EF4-FFF2-40B4-BE49-F238E27FC236}">
                  <a16:creationId xmlns:a16="http://schemas.microsoft.com/office/drawing/2014/main" id="{3C9CDCBE-5E25-CE54-BEB1-FF7DA6F61FBE}"/>
                </a:ext>
              </a:extLst>
            </p:cNvPr>
            <p:cNvSpPr/>
            <p:nvPr/>
          </p:nvSpPr>
          <p:spPr>
            <a:xfrm>
              <a:off x="1078439" y="3812960"/>
              <a:ext cx="349063" cy="187567"/>
            </a:xfrm>
            <a:custGeom>
              <a:avLst/>
              <a:gdLst/>
              <a:ahLst/>
              <a:cxnLst/>
              <a:rect l="l" t="t" r="r" b="b"/>
              <a:pathLst>
                <a:path w="10939" h="5878" extrusionOk="0">
                  <a:moveTo>
                    <a:pt x="8250" y="661"/>
                  </a:moveTo>
                  <a:cubicBezTo>
                    <a:pt x="8321" y="661"/>
                    <a:pt x="8390" y="662"/>
                    <a:pt x="8458" y="664"/>
                  </a:cubicBezTo>
                  <a:cubicBezTo>
                    <a:pt x="9350" y="682"/>
                    <a:pt x="9957" y="932"/>
                    <a:pt x="10082" y="1289"/>
                  </a:cubicBezTo>
                  <a:cubicBezTo>
                    <a:pt x="10207" y="1664"/>
                    <a:pt x="9885" y="2217"/>
                    <a:pt x="9225" y="2806"/>
                  </a:cubicBezTo>
                  <a:cubicBezTo>
                    <a:pt x="8440" y="3466"/>
                    <a:pt x="7316" y="4090"/>
                    <a:pt x="6049" y="4554"/>
                  </a:cubicBezTo>
                  <a:cubicBezTo>
                    <a:pt x="4811" y="4984"/>
                    <a:pt x="3588" y="5215"/>
                    <a:pt x="2591" y="5215"/>
                  </a:cubicBezTo>
                  <a:cubicBezTo>
                    <a:pt x="2554" y="5215"/>
                    <a:pt x="2517" y="5215"/>
                    <a:pt x="2481" y="5214"/>
                  </a:cubicBezTo>
                  <a:cubicBezTo>
                    <a:pt x="1589" y="5179"/>
                    <a:pt x="982" y="4947"/>
                    <a:pt x="857" y="4590"/>
                  </a:cubicBezTo>
                  <a:cubicBezTo>
                    <a:pt x="714" y="4215"/>
                    <a:pt x="1035" y="3644"/>
                    <a:pt x="1713" y="3073"/>
                  </a:cubicBezTo>
                  <a:cubicBezTo>
                    <a:pt x="2481" y="2395"/>
                    <a:pt x="3605" y="1771"/>
                    <a:pt x="4889" y="1325"/>
                  </a:cubicBezTo>
                  <a:cubicBezTo>
                    <a:pt x="6088" y="892"/>
                    <a:pt x="7271" y="661"/>
                    <a:pt x="8250" y="661"/>
                  </a:cubicBezTo>
                  <a:close/>
                  <a:moveTo>
                    <a:pt x="8264" y="1"/>
                  </a:moveTo>
                  <a:cubicBezTo>
                    <a:pt x="7199" y="1"/>
                    <a:pt x="5929" y="249"/>
                    <a:pt x="4675" y="700"/>
                  </a:cubicBezTo>
                  <a:cubicBezTo>
                    <a:pt x="3319" y="1182"/>
                    <a:pt x="2106" y="1842"/>
                    <a:pt x="1285" y="2574"/>
                  </a:cubicBezTo>
                  <a:cubicBezTo>
                    <a:pt x="375" y="3359"/>
                    <a:pt x="1" y="4162"/>
                    <a:pt x="232" y="4804"/>
                  </a:cubicBezTo>
                  <a:cubicBezTo>
                    <a:pt x="464" y="5464"/>
                    <a:pt x="1250" y="5839"/>
                    <a:pt x="2463" y="5874"/>
                  </a:cubicBezTo>
                  <a:cubicBezTo>
                    <a:pt x="2531" y="5877"/>
                    <a:pt x="2601" y="5878"/>
                    <a:pt x="2671" y="5878"/>
                  </a:cubicBezTo>
                  <a:cubicBezTo>
                    <a:pt x="3722" y="5878"/>
                    <a:pt x="4993" y="5630"/>
                    <a:pt x="6263" y="5179"/>
                  </a:cubicBezTo>
                  <a:cubicBezTo>
                    <a:pt x="7619" y="4697"/>
                    <a:pt x="8815" y="4037"/>
                    <a:pt x="9653" y="3305"/>
                  </a:cubicBezTo>
                  <a:cubicBezTo>
                    <a:pt x="10563" y="2520"/>
                    <a:pt x="10938" y="1717"/>
                    <a:pt x="10706" y="1075"/>
                  </a:cubicBezTo>
                  <a:cubicBezTo>
                    <a:pt x="10474" y="415"/>
                    <a:pt x="9689" y="40"/>
                    <a:pt x="8476" y="4"/>
                  </a:cubicBezTo>
                  <a:cubicBezTo>
                    <a:pt x="8406" y="2"/>
                    <a:pt x="8336" y="1"/>
                    <a:pt x="8264" y="1"/>
                  </a:cubicBezTo>
                  <a:close/>
                </a:path>
              </a:pathLst>
            </a:custGeom>
            <a:solidFill>
              <a:srgbClr val="60C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4" name="Google Shape;1937;p73">
              <a:extLst>
                <a:ext uri="{FF2B5EF4-FFF2-40B4-BE49-F238E27FC236}">
                  <a16:creationId xmlns:a16="http://schemas.microsoft.com/office/drawing/2014/main" id="{D1C55B13-2D3B-2464-E9EE-54A5ECD1B5EE}"/>
                </a:ext>
              </a:extLst>
            </p:cNvPr>
            <p:cNvSpPr/>
            <p:nvPr/>
          </p:nvSpPr>
          <p:spPr>
            <a:xfrm>
              <a:off x="1096086" y="3812960"/>
              <a:ext cx="304070" cy="146467"/>
            </a:xfrm>
            <a:custGeom>
              <a:avLst/>
              <a:gdLst/>
              <a:ahLst/>
              <a:cxnLst/>
              <a:rect l="l" t="t" r="r" b="b"/>
              <a:pathLst>
                <a:path w="9529" h="4590" extrusionOk="0">
                  <a:moveTo>
                    <a:pt x="7711" y="1"/>
                  </a:moveTo>
                  <a:cubicBezTo>
                    <a:pt x="6646" y="1"/>
                    <a:pt x="5376" y="249"/>
                    <a:pt x="4122" y="700"/>
                  </a:cubicBezTo>
                  <a:cubicBezTo>
                    <a:pt x="2766" y="1182"/>
                    <a:pt x="1553" y="1842"/>
                    <a:pt x="732" y="2574"/>
                  </a:cubicBezTo>
                  <a:cubicBezTo>
                    <a:pt x="607" y="2663"/>
                    <a:pt x="500" y="2770"/>
                    <a:pt x="411" y="2859"/>
                  </a:cubicBezTo>
                  <a:cubicBezTo>
                    <a:pt x="1" y="3823"/>
                    <a:pt x="304" y="4590"/>
                    <a:pt x="304" y="4590"/>
                  </a:cubicBezTo>
                  <a:cubicBezTo>
                    <a:pt x="161" y="4215"/>
                    <a:pt x="482" y="3644"/>
                    <a:pt x="1160" y="3073"/>
                  </a:cubicBezTo>
                  <a:cubicBezTo>
                    <a:pt x="1928" y="2395"/>
                    <a:pt x="3052" y="1771"/>
                    <a:pt x="4336" y="1325"/>
                  </a:cubicBezTo>
                  <a:cubicBezTo>
                    <a:pt x="5535" y="892"/>
                    <a:pt x="6718" y="661"/>
                    <a:pt x="7697" y="661"/>
                  </a:cubicBezTo>
                  <a:cubicBezTo>
                    <a:pt x="7768" y="661"/>
                    <a:pt x="7837" y="662"/>
                    <a:pt x="7905" y="664"/>
                  </a:cubicBezTo>
                  <a:cubicBezTo>
                    <a:pt x="8797" y="682"/>
                    <a:pt x="9404" y="932"/>
                    <a:pt x="9529" y="1289"/>
                  </a:cubicBezTo>
                  <a:cubicBezTo>
                    <a:pt x="9529" y="1289"/>
                    <a:pt x="9261" y="415"/>
                    <a:pt x="8387" y="40"/>
                  </a:cubicBezTo>
                  <a:cubicBezTo>
                    <a:pt x="8244" y="22"/>
                    <a:pt x="8083" y="4"/>
                    <a:pt x="7923" y="4"/>
                  </a:cubicBezTo>
                  <a:cubicBezTo>
                    <a:pt x="7853" y="2"/>
                    <a:pt x="7783" y="1"/>
                    <a:pt x="7711" y="1"/>
                  </a:cubicBezTo>
                  <a:close/>
                </a:path>
              </a:pathLst>
            </a:custGeom>
            <a:solidFill>
              <a:srgbClr val="53A8B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5" name="Google Shape;1938;p73">
              <a:extLst>
                <a:ext uri="{FF2B5EF4-FFF2-40B4-BE49-F238E27FC236}">
                  <a16:creationId xmlns:a16="http://schemas.microsoft.com/office/drawing/2014/main" id="{E0792A8D-8763-64B1-F98B-79E17F0FC4AC}"/>
                </a:ext>
              </a:extLst>
            </p:cNvPr>
            <p:cNvSpPr/>
            <p:nvPr/>
          </p:nvSpPr>
          <p:spPr>
            <a:xfrm>
              <a:off x="1121709" y="3769816"/>
              <a:ext cx="251706" cy="252249"/>
            </a:xfrm>
            <a:custGeom>
              <a:avLst/>
              <a:gdLst/>
              <a:ahLst/>
              <a:cxnLst/>
              <a:rect l="l" t="t" r="r" b="b"/>
              <a:pathLst>
                <a:path w="7888" h="7905" extrusionOk="0">
                  <a:moveTo>
                    <a:pt x="3944" y="0"/>
                  </a:moveTo>
                  <a:cubicBezTo>
                    <a:pt x="1767" y="0"/>
                    <a:pt x="1" y="1767"/>
                    <a:pt x="1" y="3961"/>
                  </a:cubicBezTo>
                  <a:cubicBezTo>
                    <a:pt x="1" y="6138"/>
                    <a:pt x="1767" y="7904"/>
                    <a:pt x="3944" y="7904"/>
                  </a:cubicBezTo>
                  <a:cubicBezTo>
                    <a:pt x="6121" y="7904"/>
                    <a:pt x="7887" y="6138"/>
                    <a:pt x="7887" y="3961"/>
                  </a:cubicBezTo>
                  <a:cubicBezTo>
                    <a:pt x="7887" y="1767"/>
                    <a:pt x="6121" y="0"/>
                    <a:pt x="3944" y="0"/>
                  </a:cubicBezTo>
                  <a:close/>
                </a:path>
              </a:pathLst>
            </a:custGeom>
            <a:solidFill>
              <a:srgbClr val="EB421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" name="Google Shape;1939;p73">
              <a:extLst>
                <a:ext uri="{FF2B5EF4-FFF2-40B4-BE49-F238E27FC236}">
                  <a16:creationId xmlns:a16="http://schemas.microsoft.com/office/drawing/2014/main" id="{6463D225-9AB7-E2C7-2C17-F6247D9D5FE9}"/>
                </a:ext>
              </a:extLst>
            </p:cNvPr>
            <p:cNvSpPr/>
            <p:nvPr/>
          </p:nvSpPr>
          <p:spPr>
            <a:xfrm>
              <a:off x="1117146" y="3842126"/>
              <a:ext cx="217530" cy="179877"/>
            </a:xfrm>
            <a:custGeom>
              <a:avLst/>
              <a:gdLst/>
              <a:ahLst/>
              <a:cxnLst/>
              <a:rect l="l" t="t" r="r" b="b"/>
              <a:pathLst>
                <a:path w="6817" h="5637" extrusionOk="0">
                  <a:moveTo>
                    <a:pt x="518" y="0"/>
                  </a:moveTo>
                  <a:cubicBezTo>
                    <a:pt x="90" y="910"/>
                    <a:pt x="1" y="1981"/>
                    <a:pt x="376" y="3016"/>
                  </a:cubicBezTo>
                  <a:cubicBezTo>
                    <a:pt x="951" y="4630"/>
                    <a:pt x="2465" y="5637"/>
                    <a:pt x="4092" y="5637"/>
                  </a:cubicBezTo>
                  <a:cubicBezTo>
                    <a:pt x="4534" y="5637"/>
                    <a:pt x="4983" y="5563"/>
                    <a:pt x="5425" y="5407"/>
                  </a:cubicBezTo>
                  <a:cubicBezTo>
                    <a:pt x="5960" y="5210"/>
                    <a:pt x="6424" y="4925"/>
                    <a:pt x="6817" y="4550"/>
                  </a:cubicBezTo>
                  <a:cubicBezTo>
                    <a:pt x="6406" y="3551"/>
                    <a:pt x="5550" y="2373"/>
                    <a:pt x="3819" y="2016"/>
                  </a:cubicBezTo>
                  <a:cubicBezTo>
                    <a:pt x="1589" y="1570"/>
                    <a:pt x="786" y="553"/>
                    <a:pt x="518" y="0"/>
                  </a:cubicBezTo>
                  <a:close/>
                </a:path>
              </a:pathLst>
            </a:custGeom>
            <a:solidFill>
              <a:srgbClr val="BC311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1940;p73">
              <a:extLst>
                <a:ext uri="{FF2B5EF4-FFF2-40B4-BE49-F238E27FC236}">
                  <a16:creationId xmlns:a16="http://schemas.microsoft.com/office/drawing/2014/main" id="{995B9D78-FC34-A19F-EA8E-CA08F38517E3}"/>
                </a:ext>
              </a:extLst>
            </p:cNvPr>
            <p:cNvSpPr/>
            <p:nvPr/>
          </p:nvSpPr>
          <p:spPr>
            <a:xfrm>
              <a:off x="1131378" y="3889385"/>
              <a:ext cx="262524" cy="111143"/>
            </a:xfrm>
            <a:custGeom>
              <a:avLst/>
              <a:gdLst/>
              <a:ahLst/>
              <a:cxnLst/>
              <a:rect l="l" t="t" r="r" b="b"/>
              <a:pathLst>
                <a:path w="8227" h="3483" extrusionOk="0">
                  <a:moveTo>
                    <a:pt x="7977" y="0"/>
                  </a:moveTo>
                  <a:cubicBezTo>
                    <a:pt x="7852" y="143"/>
                    <a:pt x="7727" y="268"/>
                    <a:pt x="7566" y="411"/>
                  </a:cubicBezTo>
                  <a:cubicBezTo>
                    <a:pt x="6781" y="1071"/>
                    <a:pt x="5657" y="1695"/>
                    <a:pt x="4390" y="2159"/>
                  </a:cubicBezTo>
                  <a:cubicBezTo>
                    <a:pt x="3152" y="2589"/>
                    <a:pt x="1929" y="2820"/>
                    <a:pt x="932" y="2820"/>
                  </a:cubicBezTo>
                  <a:cubicBezTo>
                    <a:pt x="895" y="2820"/>
                    <a:pt x="858" y="2820"/>
                    <a:pt x="822" y="2819"/>
                  </a:cubicBezTo>
                  <a:cubicBezTo>
                    <a:pt x="500" y="2801"/>
                    <a:pt x="233" y="2766"/>
                    <a:pt x="1" y="2712"/>
                  </a:cubicBezTo>
                  <a:lnTo>
                    <a:pt x="1" y="2712"/>
                  </a:lnTo>
                  <a:lnTo>
                    <a:pt x="251" y="3444"/>
                  </a:lnTo>
                  <a:cubicBezTo>
                    <a:pt x="429" y="3462"/>
                    <a:pt x="608" y="3479"/>
                    <a:pt x="804" y="3479"/>
                  </a:cubicBezTo>
                  <a:cubicBezTo>
                    <a:pt x="872" y="3482"/>
                    <a:pt x="942" y="3483"/>
                    <a:pt x="1012" y="3483"/>
                  </a:cubicBezTo>
                  <a:cubicBezTo>
                    <a:pt x="2063" y="3483"/>
                    <a:pt x="3334" y="3235"/>
                    <a:pt x="4604" y="2784"/>
                  </a:cubicBezTo>
                  <a:cubicBezTo>
                    <a:pt x="5960" y="2302"/>
                    <a:pt x="7156" y="1642"/>
                    <a:pt x="7994" y="910"/>
                  </a:cubicBezTo>
                  <a:cubicBezTo>
                    <a:pt x="8084" y="839"/>
                    <a:pt x="8155" y="767"/>
                    <a:pt x="8226" y="696"/>
                  </a:cubicBezTo>
                  <a:lnTo>
                    <a:pt x="7977" y="0"/>
                  </a:lnTo>
                  <a:close/>
                </a:path>
              </a:pathLst>
            </a:custGeom>
            <a:solidFill>
              <a:srgbClr val="60C5EB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8" name="Google Shape;1941;p73">
              <a:extLst>
                <a:ext uri="{FF2B5EF4-FFF2-40B4-BE49-F238E27FC236}">
                  <a16:creationId xmlns:a16="http://schemas.microsoft.com/office/drawing/2014/main" id="{6C6B6478-69C1-E6EA-B716-E10C03C5C93F}"/>
                </a:ext>
              </a:extLst>
            </p:cNvPr>
            <p:cNvSpPr/>
            <p:nvPr/>
          </p:nvSpPr>
          <p:spPr>
            <a:xfrm>
              <a:off x="1129687" y="3913733"/>
              <a:ext cx="88263" cy="49684"/>
            </a:xfrm>
            <a:custGeom>
              <a:avLst/>
              <a:gdLst/>
              <a:ahLst/>
              <a:cxnLst/>
              <a:rect l="l" t="t" r="r" b="b"/>
              <a:pathLst>
                <a:path w="2766" h="1557" extrusionOk="0">
                  <a:moveTo>
                    <a:pt x="2295" y="0"/>
                  </a:moveTo>
                  <a:cubicBezTo>
                    <a:pt x="2249" y="0"/>
                    <a:pt x="2204" y="7"/>
                    <a:pt x="2159" y="22"/>
                  </a:cubicBezTo>
                  <a:lnTo>
                    <a:pt x="0" y="807"/>
                  </a:lnTo>
                  <a:cubicBezTo>
                    <a:pt x="90" y="1075"/>
                    <a:pt x="214" y="1325"/>
                    <a:pt x="357" y="1557"/>
                  </a:cubicBezTo>
                  <a:lnTo>
                    <a:pt x="2445" y="807"/>
                  </a:lnTo>
                  <a:cubicBezTo>
                    <a:pt x="2659" y="736"/>
                    <a:pt x="2766" y="504"/>
                    <a:pt x="2695" y="290"/>
                  </a:cubicBezTo>
                  <a:cubicBezTo>
                    <a:pt x="2638" y="106"/>
                    <a:pt x="2469" y="0"/>
                    <a:pt x="2295" y="0"/>
                  </a:cubicBezTo>
                  <a:close/>
                </a:path>
              </a:pathLst>
            </a:custGeom>
            <a:solidFill>
              <a:srgbClr val="BC772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9" name="Google Shape;1942;p73">
              <a:extLst>
                <a:ext uri="{FF2B5EF4-FFF2-40B4-BE49-F238E27FC236}">
                  <a16:creationId xmlns:a16="http://schemas.microsoft.com/office/drawing/2014/main" id="{D78FD375-D594-B6FB-D7ED-DB8C988646DB}"/>
                </a:ext>
              </a:extLst>
            </p:cNvPr>
            <p:cNvSpPr/>
            <p:nvPr/>
          </p:nvSpPr>
          <p:spPr>
            <a:xfrm>
              <a:off x="1248680" y="3816502"/>
              <a:ext cx="124736" cy="95475"/>
            </a:xfrm>
            <a:custGeom>
              <a:avLst/>
              <a:gdLst/>
              <a:ahLst/>
              <a:cxnLst/>
              <a:rect l="l" t="t" r="r" b="b"/>
              <a:pathLst>
                <a:path w="3909" h="2992" extrusionOk="0">
                  <a:moveTo>
                    <a:pt x="3034" y="0"/>
                  </a:moveTo>
                  <a:lnTo>
                    <a:pt x="322" y="982"/>
                  </a:lnTo>
                  <a:cubicBezTo>
                    <a:pt x="108" y="1053"/>
                    <a:pt x="0" y="1285"/>
                    <a:pt x="72" y="1499"/>
                  </a:cubicBezTo>
                  <a:cubicBezTo>
                    <a:pt x="127" y="1665"/>
                    <a:pt x="291" y="1778"/>
                    <a:pt x="461" y="1778"/>
                  </a:cubicBezTo>
                  <a:cubicBezTo>
                    <a:pt x="510" y="1778"/>
                    <a:pt x="559" y="1769"/>
                    <a:pt x="607" y="1749"/>
                  </a:cubicBezTo>
                  <a:lnTo>
                    <a:pt x="2070" y="1231"/>
                  </a:lnTo>
                  <a:cubicBezTo>
                    <a:pt x="2112" y="1216"/>
                    <a:pt x="2154" y="1209"/>
                    <a:pt x="2195" y="1209"/>
                  </a:cubicBezTo>
                  <a:cubicBezTo>
                    <a:pt x="2351" y="1209"/>
                    <a:pt x="2496" y="1309"/>
                    <a:pt x="2552" y="1463"/>
                  </a:cubicBezTo>
                  <a:cubicBezTo>
                    <a:pt x="2623" y="1678"/>
                    <a:pt x="2516" y="1892"/>
                    <a:pt x="2320" y="1963"/>
                  </a:cubicBezTo>
                  <a:lnTo>
                    <a:pt x="1696" y="2195"/>
                  </a:lnTo>
                  <a:cubicBezTo>
                    <a:pt x="1481" y="2266"/>
                    <a:pt x="1357" y="2498"/>
                    <a:pt x="1446" y="2712"/>
                  </a:cubicBezTo>
                  <a:cubicBezTo>
                    <a:pt x="1501" y="2879"/>
                    <a:pt x="1654" y="2991"/>
                    <a:pt x="1819" y="2991"/>
                  </a:cubicBezTo>
                  <a:cubicBezTo>
                    <a:pt x="1867" y="2991"/>
                    <a:pt x="1915" y="2982"/>
                    <a:pt x="1963" y="2962"/>
                  </a:cubicBezTo>
                  <a:lnTo>
                    <a:pt x="3908" y="2284"/>
                  </a:lnTo>
                  <a:cubicBezTo>
                    <a:pt x="3890" y="1909"/>
                    <a:pt x="3819" y="1535"/>
                    <a:pt x="3694" y="1160"/>
                  </a:cubicBezTo>
                  <a:cubicBezTo>
                    <a:pt x="3533" y="732"/>
                    <a:pt x="3319" y="339"/>
                    <a:pt x="3034" y="0"/>
                  </a:cubicBezTo>
                  <a:close/>
                </a:path>
              </a:pathLst>
            </a:custGeom>
            <a:solidFill>
              <a:srgbClr val="EA9A2C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0" name="Google Shape;1943;p73">
              <a:extLst>
                <a:ext uri="{FF2B5EF4-FFF2-40B4-BE49-F238E27FC236}">
                  <a16:creationId xmlns:a16="http://schemas.microsoft.com/office/drawing/2014/main" id="{E1A99209-8CBA-EB71-EF47-EAD3463FBDC6}"/>
                </a:ext>
              </a:extLst>
            </p:cNvPr>
            <p:cNvSpPr/>
            <p:nvPr/>
          </p:nvSpPr>
          <p:spPr>
            <a:xfrm>
              <a:off x="1270889" y="3800419"/>
              <a:ext cx="14264" cy="18540"/>
            </a:xfrm>
            <a:custGeom>
              <a:avLst/>
              <a:gdLst/>
              <a:ahLst/>
              <a:cxnLst/>
              <a:rect l="l" t="t" r="r" b="b"/>
              <a:pathLst>
                <a:path w="447" h="581" extrusionOk="0">
                  <a:moveTo>
                    <a:pt x="187" y="0"/>
                  </a:moveTo>
                  <a:cubicBezTo>
                    <a:pt x="173" y="0"/>
                    <a:pt x="158" y="2"/>
                    <a:pt x="143" y="5"/>
                  </a:cubicBezTo>
                  <a:cubicBezTo>
                    <a:pt x="54" y="40"/>
                    <a:pt x="0" y="130"/>
                    <a:pt x="36" y="219"/>
                  </a:cubicBezTo>
                  <a:lnTo>
                    <a:pt x="107" y="469"/>
                  </a:lnTo>
                  <a:cubicBezTo>
                    <a:pt x="137" y="543"/>
                    <a:pt x="204" y="580"/>
                    <a:pt x="277" y="580"/>
                  </a:cubicBezTo>
                  <a:cubicBezTo>
                    <a:pt x="292" y="580"/>
                    <a:pt x="307" y="579"/>
                    <a:pt x="322" y="576"/>
                  </a:cubicBezTo>
                  <a:cubicBezTo>
                    <a:pt x="393" y="540"/>
                    <a:pt x="446" y="451"/>
                    <a:pt x="429" y="362"/>
                  </a:cubicBezTo>
                  <a:lnTo>
                    <a:pt x="339" y="112"/>
                  </a:lnTo>
                  <a:cubicBezTo>
                    <a:pt x="324" y="37"/>
                    <a:pt x="260" y="0"/>
                    <a:pt x="187" y="0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1" name="Google Shape;1944;p73">
              <a:extLst>
                <a:ext uri="{FF2B5EF4-FFF2-40B4-BE49-F238E27FC236}">
                  <a16:creationId xmlns:a16="http://schemas.microsoft.com/office/drawing/2014/main" id="{AA3E9A4B-2DB9-79D8-CE11-28C06B8A1BF2}"/>
                </a:ext>
              </a:extLst>
            </p:cNvPr>
            <p:cNvSpPr/>
            <p:nvPr/>
          </p:nvSpPr>
          <p:spPr>
            <a:xfrm>
              <a:off x="1166128" y="3833797"/>
              <a:ext cx="14264" cy="18157"/>
            </a:xfrm>
            <a:custGeom>
              <a:avLst/>
              <a:gdLst/>
              <a:ahLst/>
              <a:cxnLst/>
              <a:rect l="l" t="t" r="r" b="b"/>
              <a:pathLst>
                <a:path w="447" h="569" extrusionOk="0">
                  <a:moveTo>
                    <a:pt x="192" y="0"/>
                  </a:moveTo>
                  <a:cubicBezTo>
                    <a:pt x="175" y="0"/>
                    <a:pt x="159" y="4"/>
                    <a:pt x="143" y="11"/>
                  </a:cubicBezTo>
                  <a:cubicBezTo>
                    <a:pt x="54" y="29"/>
                    <a:pt x="0" y="118"/>
                    <a:pt x="36" y="208"/>
                  </a:cubicBezTo>
                  <a:lnTo>
                    <a:pt x="107" y="457"/>
                  </a:lnTo>
                  <a:cubicBezTo>
                    <a:pt x="137" y="532"/>
                    <a:pt x="204" y="569"/>
                    <a:pt x="277" y="569"/>
                  </a:cubicBezTo>
                  <a:cubicBezTo>
                    <a:pt x="292" y="569"/>
                    <a:pt x="307" y="568"/>
                    <a:pt x="321" y="565"/>
                  </a:cubicBezTo>
                  <a:cubicBezTo>
                    <a:pt x="393" y="529"/>
                    <a:pt x="446" y="440"/>
                    <a:pt x="411" y="368"/>
                  </a:cubicBezTo>
                  <a:lnTo>
                    <a:pt x="339" y="101"/>
                  </a:lnTo>
                  <a:cubicBezTo>
                    <a:pt x="311" y="45"/>
                    <a:pt x="251" y="0"/>
                    <a:pt x="192" y="0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" name="Google Shape;1945;p73">
              <a:extLst>
                <a:ext uri="{FF2B5EF4-FFF2-40B4-BE49-F238E27FC236}">
                  <a16:creationId xmlns:a16="http://schemas.microsoft.com/office/drawing/2014/main" id="{6B74CBAC-81B8-5328-9290-870BD1097C4C}"/>
                </a:ext>
              </a:extLst>
            </p:cNvPr>
            <p:cNvSpPr/>
            <p:nvPr/>
          </p:nvSpPr>
          <p:spPr>
            <a:xfrm>
              <a:off x="1206558" y="3820618"/>
              <a:ext cx="41004" cy="21029"/>
            </a:xfrm>
            <a:custGeom>
              <a:avLst/>
              <a:gdLst/>
              <a:ahLst/>
              <a:cxnLst/>
              <a:rect l="l" t="t" r="r" b="b"/>
              <a:pathLst>
                <a:path w="1285" h="659" extrusionOk="0">
                  <a:moveTo>
                    <a:pt x="1106" y="1"/>
                  </a:moveTo>
                  <a:cubicBezTo>
                    <a:pt x="1059" y="1"/>
                    <a:pt x="1014" y="24"/>
                    <a:pt x="981" y="68"/>
                  </a:cubicBezTo>
                  <a:cubicBezTo>
                    <a:pt x="850" y="238"/>
                    <a:pt x="651" y="341"/>
                    <a:pt x="449" y="341"/>
                  </a:cubicBezTo>
                  <a:cubicBezTo>
                    <a:pt x="376" y="341"/>
                    <a:pt x="303" y="328"/>
                    <a:pt x="232" y="300"/>
                  </a:cubicBezTo>
                  <a:cubicBezTo>
                    <a:pt x="213" y="292"/>
                    <a:pt x="193" y="288"/>
                    <a:pt x="174" y="288"/>
                  </a:cubicBezTo>
                  <a:cubicBezTo>
                    <a:pt x="106" y="288"/>
                    <a:pt x="46" y="333"/>
                    <a:pt x="18" y="389"/>
                  </a:cubicBezTo>
                  <a:cubicBezTo>
                    <a:pt x="0" y="478"/>
                    <a:pt x="36" y="567"/>
                    <a:pt x="125" y="603"/>
                  </a:cubicBezTo>
                  <a:cubicBezTo>
                    <a:pt x="230" y="641"/>
                    <a:pt x="340" y="659"/>
                    <a:pt x="450" y="659"/>
                  </a:cubicBezTo>
                  <a:cubicBezTo>
                    <a:pt x="546" y="659"/>
                    <a:pt x="641" y="646"/>
                    <a:pt x="732" y="621"/>
                  </a:cubicBezTo>
                  <a:cubicBezTo>
                    <a:pt x="946" y="549"/>
                    <a:pt x="1124" y="424"/>
                    <a:pt x="1231" y="246"/>
                  </a:cubicBezTo>
                  <a:cubicBezTo>
                    <a:pt x="1285" y="175"/>
                    <a:pt x="1267" y="68"/>
                    <a:pt x="1196" y="32"/>
                  </a:cubicBezTo>
                  <a:cubicBezTo>
                    <a:pt x="1167" y="11"/>
                    <a:pt x="1136" y="1"/>
                    <a:pt x="1106" y="1"/>
                  </a:cubicBezTo>
                  <a:close/>
                </a:path>
              </a:pathLst>
            </a:custGeom>
            <a:solidFill>
              <a:srgbClr val="11111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MmMxNzY4NzliODJmOGYzMWEyZDdkODA0MWI0NTdiODcifQ=="/>
</p:tagLst>
</file>

<file path=ppt/theme/theme1.xml><?xml version="1.0" encoding="utf-8"?>
<a:theme xmlns:a="http://schemas.openxmlformats.org/drawingml/2006/main" name="第一PPT，www.1ppt.com">
  <a:themeElements>
    <a:clrScheme name="自定义 2">
      <a:dk1>
        <a:srgbClr val="451855"/>
      </a:dk1>
      <a:lt1>
        <a:srgbClr val="493779"/>
      </a:lt1>
      <a:dk2>
        <a:srgbClr val="EA9A2C"/>
      </a:dk2>
      <a:lt2>
        <a:srgbClr val="60C5EB"/>
      </a:lt2>
      <a:accent1>
        <a:srgbClr val="EB421C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1_第一PPT，www.1ppt.com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6E4E4"/>
      </a:lt2>
      <a:accent1>
        <a:srgbClr val="58186F"/>
      </a:accent1>
      <a:accent2>
        <a:srgbClr val="EC7B2F"/>
      </a:accent2>
      <a:accent3>
        <a:srgbClr val="A5A5A5"/>
      </a:accent3>
      <a:accent4>
        <a:srgbClr val="FFBE00"/>
      </a:accent4>
      <a:accent5>
        <a:srgbClr val="A73362"/>
      </a:accent5>
      <a:accent6>
        <a:srgbClr val="5184B0"/>
      </a:accent6>
      <a:hlink>
        <a:srgbClr val="0563C1"/>
      </a:hlink>
      <a:folHlink>
        <a:srgbClr val="954D72"/>
      </a:folHlink>
    </a:clrScheme>
    <a:fontScheme name="自定义 26">
      <a:majorFont>
        <a:latin typeface="微软雅黑"/>
        <a:ea typeface="微软雅黑"/>
        <a:cs typeface=""/>
      </a:majorFont>
      <a:minorFont>
        <a:latin typeface="微软雅黑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539</TotalTime>
  <Words>781</Words>
  <Application>Microsoft Office PowerPoint</Application>
  <PresentationFormat>全屏显示(16:9)</PresentationFormat>
  <Paragraphs>295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15</vt:i4>
      </vt:variant>
    </vt:vector>
  </HeadingPairs>
  <TitlesOfParts>
    <vt:vector size="25" baseType="lpstr">
      <vt:lpstr>Grandstander</vt:lpstr>
      <vt:lpstr>Hobo Std</vt:lpstr>
      <vt:lpstr>微软雅黑</vt:lpstr>
      <vt:lpstr>Arial</vt:lpstr>
      <vt:lpstr>Calibri</vt:lpstr>
      <vt:lpstr>Poppins</vt:lpstr>
      <vt:lpstr>Times New Roman</vt:lpstr>
      <vt:lpstr>第一PPT，www.1ppt.com</vt:lpstr>
      <vt:lpstr>自定义设计方案</vt:lpstr>
      <vt:lpstr>1_第一PPT，www.1ppt.com</vt:lpstr>
      <vt:lpstr>TETRIS  俄罗斯方块</vt:lpstr>
      <vt:lpstr>01</vt:lpstr>
      <vt:lpstr>PowerPoint 演示文稿</vt:lpstr>
      <vt:lpstr> ***：70%</vt:lpstr>
      <vt:lpstr>PowerPoint 演示文稿</vt:lpstr>
      <vt:lpstr> </vt:lpstr>
      <vt:lpstr> </vt:lpstr>
      <vt:lpstr> </vt:lpstr>
      <vt:lpstr> </vt:lpstr>
      <vt:lpstr> </vt:lpstr>
      <vt:lpstr>PowerPoint 演示文稿</vt:lpstr>
      <vt:lpstr>PowerPoint 演示文稿</vt:lpstr>
      <vt:lpstr>PowerPoint 演示文稿</vt:lpstr>
      <vt:lpstr>PowerPoint 演示文稿</vt:lpstr>
      <vt:lpstr> 感谢观看</vt:lpstr>
    </vt:vector>
  </TitlesOfParts>
  <Manager>第一PPT</Manager>
  <Company>第一PPT，www.1ppt.com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卡通</dc:title>
  <dc:creator>第一PPT</dc:creator>
  <cp:keywords>www.1ppt.com</cp:keywords>
  <dc:description>www.1ppt.com</dc:description>
  <cp:lastModifiedBy>Leaves Y</cp:lastModifiedBy>
  <cp:revision>13</cp:revision>
  <dcterms:created xsi:type="dcterms:W3CDTF">2023-10-25T01:41:00Z</dcterms:created>
  <dcterms:modified xsi:type="dcterms:W3CDTF">2026-03-17T06:59:28Z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4DF217A9EDC24D3E9822F074B2C64A65_12</vt:lpwstr>
  </property>
  <property fmtid="{D5CDD505-2E9C-101B-9397-08002B2CF9AE}" pid="3" name="KSOProductBuildVer">
    <vt:lpwstr>2052-12.1.0.15712</vt:lpwstr>
  </property>
</Properties>
</file>